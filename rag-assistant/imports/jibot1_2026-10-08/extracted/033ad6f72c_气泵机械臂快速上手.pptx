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tx1"/>
                </a:solidFill>
                <a:effectLst/>
              </a:rPr>
              <a:t>气泵机械臂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42925" y="1707515"/>
            <a:ext cx="297688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000"/>
              <a:t>1. </a:t>
            </a:r>
            <a:r>
              <a:rPr lang="zh-CN" altLang="en-US" sz="1000"/>
              <a:t>将电源适配器插到电源插座</a:t>
            </a:r>
            <a:r>
              <a:rPr lang="zh-CN" altLang="en-US" sz="1000"/>
              <a:t>上。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2. </a:t>
            </a:r>
            <a:r>
              <a:rPr lang="zh-CN" altLang="en-US" sz="1000"/>
              <a:t>电源适配器连接机械臂控制板上</a:t>
            </a:r>
            <a:r>
              <a:rPr lang="zh-CN" altLang="en-US" sz="1000"/>
              <a:t>的适配器对接线。</a:t>
            </a:r>
            <a:r>
              <a:rPr lang="en-US" altLang="zh-CN" sz="1000"/>
              <a:t>  </a:t>
            </a:r>
            <a:endParaRPr lang="en-US" altLang="zh-CN" sz="1000"/>
          </a:p>
          <a:p>
            <a:pPr>
              <a:lnSpc>
                <a:spcPct val="150000"/>
              </a:lnSpc>
            </a:pPr>
            <a:r>
              <a:rPr lang="en-US" altLang="zh-CN" sz="1000"/>
              <a:t>3. </a:t>
            </a:r>
            <a:r>
              <a:rPr lang="zh-CN" altLang="en-US" sz="1000"/>
              <a:t>先将机械臂扶至大概直立的状态，</a:t>
            </a:r>
            <a:r>
              <a:rPr lang="zh-CN" altLang="en-US" sz="1000"/>
              <a:t>然后打开控制板电源</a:t>
            </a:r>
            <a:r>
              <a:rPr lang="zh-CN" altLang="en-US" sz="1000"/>
              <a:t>开关。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    </a:t>
            </a:r>
            <a:r>
              <a:rPr lang="zh-CN" altLang="en-US" sz="1000"/>
              <a:t>听到嘀嘀嘀响三声代表开机</a:t>
            </a:r>
            <a:r>
              <a:rPr lang="zh-CN" altLang="en-US" sz="1000"/>
              <a:t>成功。</a:t>
            </a:r>
            <a:endParaRPr lang="zh-CN" altLang="en-US" sz="1000"/>
          </a:p>
        </p:txBody>
      </p:sp>
      <p:sp>
        <p:nvSpPr>
          <p:cNvPr id="2" name="文本框 1"/>
          <p:cNvSpPr txBox="1"/>
          <p:nvPr/>
        </p:nvSpPr>
        <p:spPr>
          <a:xfrm>
            <a:off x="543560" y="305054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</a:t>
            </a:r>
            <a:r>
              <a:rPr lang="zh-CN" altLang="en-US" b="1"/>
              <a:t>测试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42925" y="3365500"/>
            <a:ext cx="5732780" cy="2580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sz="1000" spc="30">
                <a:solidFill>
                  <a:schemeClr val="tx1"/>
                </a:solidFill>
                <a:uFillTx/>
              </a:rPr>
              <a:t>使用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PS2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手柄</a:t>
            </a:r>
            <a:r>
              <a:rPr lang="zh-CN" sz="1000" spc="30">
                <a:solidFill>
                  <a:schemeClr val="tx1"/>
                </a:solidFill>
                <a:uFillTx/>
              </a:rPr>
              <a:t>进行机械臂的功能测试：</a:t>
            </a:r>
            <a:endParaRPr lang="zh-CN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30">
                <a:solidFill>
                  <a:schemeClr val="tx1"/>
                </a:solidFill>
                <a:uFillTx/>
              </a:rPr>
              <a:t>1.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将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2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节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7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号电池装到手柄中；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30">
                <a:solidFill>
                  <a:schemeClr val="tx1"/>
                </a:solidFill>
                <a:uFillTx/>
              </a:rPr>
              <a:t>2.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打开手柄开关（将开关拨到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ON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那一侧即为打开手柄开关）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zh-CN" altLang="en-US" sz="1000" spc="3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手柄和接收器上的指示灯闪烁代表在等待配对中；配对成功后指示灯长亮。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30">
                <a:solidFill>
                  <a:schemeClr val="tx1"/>
                </a:solidFill>
                <a:uFillTx/>
              </a:rPr>
              <a:t>3. </a:t>
            </a:r>
            <a:r>
              <a:rPr lang="zh-CN" altLang="en-US" sz="1000" spc="30">
                <a:solidFill>
                  <a:schemeClr val="tx1"/>
                </a:solidFill>
                <a:uFillTx/>
                <a:sym typeface="+mn-ea"/>
              </a:rPr>
              <a:t>切换至红灯模式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（红绿灯都亮即为红灯模式），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MODE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按键可切换红绿灯模式。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30">
                <a:solidFill>
                  <a:schemeClr val="tx1"/>
                </a:solidFill>
                <a:uFillTx/>
              </a:rPr>
              <a:t>4.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然后就可以用手柄控制机械臂了。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en-US" altLang="zh-CN" sz="1000" spc="30">
                <a:solidFill>
                  <a:schemeClr val="tx1"/>
                </a:solidFill>
                <a:uFillTx/>
              </a:rPr>
              <a:t>5.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手柄控制机械臂共有两种模式：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zh-CN" altLang="en-US" sz="1000" spc="3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           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手动操作模式和自动夹取模式，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zh-CN" altLang="en-US" sz="1000" spc="3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           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可通过按键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SELECT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切换模式。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zh-CN" altLang="en-US" sz="1000" spc="3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按对应按键即可控制机械臂，手柄按键对应功能如下所示：</a:t>
            </a:r>
            <a:endParaRPr lang="zh-CN" altLang="en-US" sz="1000" spc="30">
              <a:solidFill>
                <a:schemeClr val="tx1"/>
              </a:solidFill>
              <a:uFillTx/>
            </a:endParaRPr>
          </a:p>
          <a:p>
            <a:pPr>
              <a:lnSpc>
                <a:spcPct val="150000"/>
              </a:lnSpc>
            </a:pPr>
            <a:r>
              <a:rPr lang="zh-CN" altLang="en-US" sz="1000" spc="30">
                <a:solidFill>
                  <a:schemeClr val="tx1"/>
                </a:solidFill>
                <a:uFillTx/>
              </a:rPr>
              <a:t> </a:t>
            </a:r>
            <a:r>
              <a:rPr lang="en-US" altLang="zh-CN" sz="1000" spc="30">
                <a:solidFill>
                  <a:schemeClr val="tx1"/>
                </a:solidFill>
                <a:uFillTx/>
              </a:rPr>
              <a:t>   </a:t>
            </a:r>
            <a:r>
              <a:rPr lang="zh-CN" altLang="en-US" sz="1000" spc="30">
                <a:solidFill>
                  <a:schemeClr val="tx1"/>
                </a:solidFill>
                <a:uFillTx/>
              </a:rPr>
              <a:t>手动操作模式下，按键按下时机械臂对应关节动，松开时停止。</a:t>
            </a:r>
            <a:endParaRPr lang="zh-CN" altLang="en-US" sz="1000" spc="30">
              <a:solidFill>
                <a:schemeClr val="tx1"/>
              </a:solidFill>
              <a:uFillTx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3560" y="845629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543560" y="8764270"/>
            <a:ext cx="5670550" cy="85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200"/>
              <a:t>1</a:t>
            </a:r>
            <a:r>
              <a:rPr lang="zh-CN" altLang="en-US" sz="1200"/>
              <a:t>、产品拿到手先试一下上述功能，保证硬件到手是完好的再继续使用，如有问题，请立即联系客服</a:t>
            </a:r>
            <a:r>
              <a:rPr lang="zh-CN" altLang="en-US" sz="1200"/>
              <a:t>处理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/>
              <a:t>2</a:t>
            </a:r>
            <a:r>
              <a:rPr lang="zh-CN" altLang="en-US" sz="1200"/>
              <a:t>、手柄开机状态下若长时间未操作会自动休眠，可以通过</a:t>
            </a:r>
            <a:r>
              <a:rPr lang="en-US" altLang="zh-CN" sz="1200"/>
              <a:t>START</a:t>
            </a:r>
            <a:r>
              <a:rPr lang="zh-CN" altLang="en-US" sz="1200"/>
              <a:t>键或</a:t>
            </a:r>
            <a:r>
              <a:rPr lang="en-US" altLang="zh-CN" sz="1200"/>
              <a:t>MODE</a:t>
            </a:r>
            <a:r>
              <a:rPr lang="zh-CN" altLang="en-US" sz="1200"/>
              <a:t>键</a:t>
            </a:r>
            <a:r>
              <a:rPr lang="zh-CN" altLang="en-US" sz="1200"/>
              <a:t>激活。</a:t>
            </a:r>
            <a:endParaRPr lang="zh-CN" altLang="en-US" sz="1200"/>
          </a:p>
        </p:txBody>
      </p:sp>
      <p:pic>
        <p:nvPicPr>
          <p:cNvPr id="10" name="图片 7" descr="赛曼特手柄图片介绍"/>
          <p:cNvPicPr>
            <a:picLocks noChangeAspect="1"/>
          </p:cNvPicPr>
          <p:nvPr/>
        </p:nvPicPr>
        <p:blipFill>
          <a:blip r:embed="rId1"/>
          <a:srcRect l="9896" r="19118" b="2877"/>
          <a:stretch>
            <a:fillRect/>
          </a:stretch>
        </p:blipFill>
        <p:spPr>
          <a:xfrm>
            <a:off x="607695" y="5992495"/>
            <a:ext cx="2539365" cy="22783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915" y="7262495"/>
            <a:ext cx="2734945" cy="100838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4155" y="119380"/>
            <a:ext cx="971550" cy="12611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r="5385"/>
          <a:stretch>
            <a:fillRect/>
          </a:stretch>
        </p:blipFill>
        <p:spPr>
          <a:xfrm>
            <a:off x="3653155" y="1421765"/>
            <a:ext cx="1840865" cy="1537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56915" y="5945505"/>
            <a:ext cx="2729230" cy="1234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自强</cp:lastModifiedBy>
  <cp:revision>50</cp:revision>
  <dcterms:created xsi:type="dcterms:W3CDTF">2023-08-09T12:44:00Z</dcterms:created>
  <dcterms:modified xsi:type="dcterms:W3CDTF">2025-03-05T11:02:42Z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