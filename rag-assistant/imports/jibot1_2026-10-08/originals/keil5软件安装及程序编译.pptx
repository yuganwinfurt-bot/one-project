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648" r:id="rId1"/>
    <p:sldMasterId id="2147483661" r:id="rId3"/>
    <p:sldMasterId id="2147483680" r:id="rId4"/>
  </p:sldMasterIdLst>
  <p:notesMasterIdLst>
    <p:notesMasterId r:id="rId8"/>
  </p:notesMasterIdLst>
  <p:sldIdLst>
    <p:sldId id="667" r:id="rId5"/>
    <p:sldId id="669" r:id="rId6"/>
    <p:sldId id="749" r:id="rId7"/>
    <p:sldId id="673" r:id="rId9"/>
    <p:sldId id="751" r:id="rId10"/>
    <p:sldId id="752" r:id="rId11"/>
    <p:sldId id="753" r:id="rId12"/>
    <p:sldId id="754" r:id="rId13"/>
    <p:sldId id="755" r:id="rId14"/>
    <p:sldId id="756" r:id="rId15"/>
    <p:sldId id="764" r:id="rId16"/>
    <p:sldId id="765" r:id="rId17"/>
    <p:sldId id="707" r:id="rId18"/>
  </p:sldIdLst>
  <p:sldSz cx="12192000" cy="6858000"/>
  <p:notesSz cx="6858000" cy="9144000"/>
  <p:embeddedFontLst>
    <p:embeddedFont>
      <p:font typeface="汉仪雅酷黑 75W" panose="020B0804020202020204" pitchFamily="34" charset="-122"/>
      <p:bold r:id="rId23"/>
    </p:embeddedFont>
    <p:embeddedFont>
      <p:font typeface="微软雅黑" panose="020B0503020204020204" pitchFamily="34" charset="-122"/>
      <p:regular r:id="rId24"/>
    </p:embeddedFont>
    <p:embeddedFont>
      <p:font typeface="汉仪文黑-55简" panose="00020600040101010101" charset="-122"/>
      <p:regular r:id="rId25"/>
    </p:embeddedFont>
    <p:embeddedFont>
      <p:font typeface="黑体" panose="02010609060101010101" charset="-122"/>
      <p:regular r:id="rId26"/>
    </p:embeddedFont>
    <p:embeddedFont>
      <p:font typeface="Calibri" panose="020F0502020204030204"/>
      <p:regular r:id="rId27"/>
      <p:bold r:id="rId28"/>
      <p:italic r:id="rId29"/>
      <p:boldItalic r:id="rId30"/>
    </p:embeddedFont>
    <p:embeddedFont>
      <p:font typeface="等线" panose="02010600030101010101" charset="-122"/>
      <p:regular r:id="rId31"/>
    </p:embeddedFont>
  </p:embeddedFontLst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1F1890"/>
    <a:srgbClr val="26C8CE"/>
    <a:srgbClr val="12337B"/>
    <a:srgbClr val="74E0FE"/>
    <a:srgbClr val="115DAC"/>
    <a:srgbClr val="040823"/>
    <a:srgbClr val="60A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90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2" Type="http://schemas.openxmlformats.org/officeDocument/2006/relationships/tags" Target="tags/tag343.xml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BA2462-1554-4C88-97BB-9C29100FF2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BD42EA-7F00-464E-B122-501EDA3CC6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F5BED8-153D-4D12-BE96-67E1C4B94D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2992B05-5336-4693-BF51-E9AF334702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2992B05-5336-4693-BF51-E9AF334702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2992B05-5336-4693-BF51-E9AF334702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2992B05-5336-4693-BF51-E9AF334702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2992B05-5336-4693-BF51-E9AF334702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2992B05-5336-4693-BF51-E9AF334702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2992B05-5336-4693-BF51-E9AF334702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2992B05-5336-4693-BF51-E9AF3347025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6" Type="http://schemas.openxmlformats.org/officeDocument/2006/relationships/tags" Target="../tags/tag97.xml"/><Relationship Id="rId35" Type="http://schemas.openxmlformats.org/officeDocument/2006/relationships/tags" Target="../tags/tag96.xml"/><Relationship Id="rId34" Type="http://schemas.openxmlformats.org/officeDocument/2006/relationships/tags" Target="../tags/tag95.xml"/><Relationship Id="rId33" Type="http://schemas.openxmlformats.org/officeDocument/2006/relationships/tags" Target="../tags/tag94.xml"/><Relationship Id="rId32" Type="http://schemas.openxmlformats.org/officeDocument/2006/relationships/tags" Target="../tags/tag93.xml"/><Relationship Id="rId31" Type="http://schemas.openxmlformats.org/officeDocument/2006/relationships/tags" Target="../tags/tag92.xml"/><Relationship Id="rId30" Type="http://schemas.openxmlformats.org/officeDocument/2006/relationships/tags" Target="../tags/tag91.xml"/><Relationship Id="rId3" Type="http://schemas.openxmlformats.org/officeDocument/2006/relationships/tags" Target="../tags/tag64.xml"/><Relationship Id="rId29" Type="http://schemas.openxmlformats.org/officeDocument/2006/relationships/tags" Target="../tags/tag90.xml"/><Relationship Id="rId28" Type="http://schemas.openxmlformats.org/officeDocument/2006/relationships/tags" Target="../tags/tag89.xml"/><Relationship Id="rId27" Type="http://schemas.openxmlformats.org/officeDocument/2006/relationships/tags" Target="../tags/tag88.xml"/><Relationship Id="rId26" Type="http://schemas.openxmlformats.org/officeDocument/2006/relationships/tags" Target="../tags/tag87.xml"/><Relationship Id="rId25" Type="http://schemas.openxmlformats.org/officeDocument/2006/relationships/tags" Target="../tags/tag86.xml"/><Relationship Id="rId24" Type="http://schemas.openxmlformats.org/officeDocument/2006/relationships/tags" Target="../tags/tag85.xml"/><Relationship Id="rId23" Type="http://schemas.openxmlformats.org/officeDocument/2006/relationships/tags" Target="../tags/tag84.xml"/><Relationship Id="rId22" Type="http://schemas.openxmlformats.org/officeDocument/2006/relationships/tags" Target="../tags/tag83.xml"/><Relationship Id="rId21" Type="http://schemas.openxmlformats.org/officeDocument/2006/relationships/tags" Target="../tags/tag82.xml"/><Relationship Id="rId20" Type="http://schemas.openxmlformats.org/officeDocument/2006/relationships/tags" Target="../tags/tag81.xml"/><Relationship Id="rId2" Type="http://schemas.openxmlformats.org/officeDocument/2006/relationships/tags" Target="../tags/tag63.xml"/><Relationship Id="rId19" Type="http://schemas.openxmlformats.org/officeDocument/2006/relationships/tags" Target="../tags/tag80.xml"/><Relationship Id="rId18" Type="http://schemas.openxmlformats.org/officeDocument/2006/relationships/tags" Target="../tags/tag79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7" Type="http://schemas.openxmlformats.org/officeDocument/2006/relationships/tags" Target="../tags/tag132.xml"/><Relationship Id="rId16" Type="http://schemas.openxmlformats.org/officeDocument/2006/relationships/tags" Target="../tags/tag131.xml"/><Relationship Id="rId15" Type="http://schemas.openxmlformats.org/officeDocument/2006/relationships/tags" Target="../tags/tag130.xml"/><Relationship Id="rId14" Type="http://schemas.openxmlformats.org/officeDocument/2006/relationships/tags" Target="../tags/tag129.xml"/><Relationship Id="rId13" Type="http://schemas.openxmlformats.org/officeDocument/2006/relationships/tags" Target="../tags/tag128.xml"/><Relationship Id="rId12" Type="http://schemas.openxmlformats.org/officeDocument/2006/relationships/tags" Target="../tags/tag12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tags" Target="../tags/tag172.xml"/><Relationship Id="rId7" Type="http://schemas.openxmlformats.org/officeDocument/2006/relationships/image" Target="../media/image5.png"/><Relationship Id="rId6" Type="http://schemas.openxmlformats.org/officeDocument/2006/relationships/tags" Target="../tags/tag171.xml"/><Relationship Id="rId5" Type="http://schemas.openxmlformats.org/officeDocument/2006/relationships/image" Target="../media/image4.png"/><Relationship Id="rId4" Type="http://schemas.openxmlformats.org/officeDocument/2006/relationships/tags" Target="../tags/tag170.xml"/><Relationship Id="rId3" Type="http://schemas.openxmlformats.org/officeDocument/2006/relationships/image" Target="../media/image3.jpeg"/><Relationship Id="rId2" Type="http://schemas.openxmlformats.org/officeDocument/2006/relationships/tags" Target="../tags/tag169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7" Type="http://schemas.openxmlformats.org/officeDocument/2006/relationships/image" Target="../media/image8.png"/><Relationship Id="rId6" Type="http://schemas.openxmlformats.org/officeDocument/2006/relationships/tags" Target="../tags/tag176.xml"/><Relationship Id="rId5" Type="http://schemas.openxmlformats.org/officeDocument/2006/relationships/image" Target="../media/image7.png"/><Relationship Id="rId4" Type="http://schemas.openxmlformats.org/officeDocument/2006/relationships/tags" Target="../tags/tag175.xml"/><Relationship Id="rId3" Type="http://schemas.openxmlformats.org/officeDocument/2006/relationships/image" Target="../media/image6.jpeg"/><Relationship Id="rId2" Type="http://schemas.openxmlformats.org/officeDocument/2006/relationships/tags" Target="../tags/tag174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7" Type="http://schemas.openxmlformats.org/officeDocument/2006/relationships/image" Target="../media/image11.png"/><Relationship Id="rId6" Type="http://schemas.openxmlformats.org/officeDocument/2006/relationships/tags" Target="../tags/tag179.xml"/><Relationship Id="rId5" Type="http://schemas.openxmlformats.org/officeDocument/2006/relationships/image" Target="../media/image10.png"/><Relationship Id="rId4" Type="http://schemas.openxmlformats.org/officeDocument/2006/relationships/tags" Target="../tags/tag178.xml"/><Relationship Id="rId3" Type="http://schemas.openxmlformats.org/officeDocument/2006/relationships/image" Target="../media/image9.jpeg"/><Relationship Id="rId2" Type="http://schemas.openxmlformats.org/officeDocument/2006/relationships/tags" Target="../tags/tag177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7" Type="http://schemas.openxmlformats.org/officeDocument/2006/relationships/image" Target="../media/image8.png"/><Relationship Id="rId6" Type="http://schemas.openxmlformats.org/officeDocument/2006/relationships/tags" Target="../tags/tag183.xml"/><Relationship Id="rId5" Type="http://schemas.openxmlformats.org/officeDocument/2006/relationships/image" Target="../media/image7.png"/><Relationship Id="rId4" Type="http://schemas.openxmlformats.org/officeDocument/2006/relationships/tags" Target="../tags/tag182.xml"/><Relationship Id="rId3" Type="http://schemas.openxmlformats.org/officeDocument/2006/relationships/image" Target="../media/image6.jpeg"/><Relationship Id="rId2" Type="http://schemas.openxmlformats.org/officeDocument/2006/relationships/tags" Target="../tags/tag181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7" Type="http://schemas.openxmlformats.org/officeDocument/2006/relationships/image" Target="../media/image8.png"/><Relationship Id="rId6" Type="http://schemas.openxmlformats.org/officeDocument/2006/relationships/tags" Target="../tags/tag186.xml"/><Relationship Id="rId5" Type="http://schemas.openxmlformats.org/officeDocument/2006/relationships/image" Target="../media/image7.png"/><Relationship Id="rId4" Type="http://schemas.openxmlformats.org/officeDocument/2006/relationships/tags" Target="../tags/tag185.xml"/><Relationship Id="rId3" Type="http://schemas.openxmlformats.org/officeDocument/2006/relationships/image" Target="../media/image6.jpeg"/><Relationship Id="rId2" Type="http://schemas.openxmlformats.org/officeDocument/2006/relationships/tags" Target="../tags/tag184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7" Type="http://schemas.openxmlformats.org/officeDocument/2006/relationships/image" Target="../media/image14.png"/><Relationship Id="rId6" Type="http://schemas.openxmlformats.org/officeDocument/2006/relationships/tags" Target="../tags/tag189.xml"/><Relationship Id="rId5" Type="http://schemas.openxmlformats.org/officeDocument/2006/relationships/image" Target="../media/image13.png"/><Relationship Id="rId4" Type="http://schemas.openxmlformats.org/officeDocument/2006/relationships/tags" Target="../tags/tag188.xml"/><Relationship Id="rId3" Type="http://schemas.openxmlformats.org/officeDocument/2006/relationships/image" Target="../media/image12.jpeg"/><Relationship Id="rId2" Type="http://schemas.openxmlformats.org/officeDocument/2006/relationships/tags" Target="../tags/tag187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7" Type="http://schemas.openxmlformats.org/officeDocument/2006/relationships/image" Target="../media/image8.png"/><Relationship Id="rId6" Type="http://schemas.openxmlformats.org/officeDocument/2006/relationships/tags" Target="../tags/tag192.xml"/><Relationship Id="rId5" Type="http://schemas.openxmlformats.org/officeDocument/2006/relationships/image" Target="../media/image7.png"/><Relationship Id="rId4" Type="http://schemas.openxmlformats.org/officeDocument/2006/relationships/tags" Target="../tags/tag191.xml"/><Relationship Id="rId3" Type="http://schemas.openxmlformats.org/officeDocument/2006/relationships/image" Target="../media/image6.jpeg"/><Relationship Id="rId2" Type="http://schemas.openxmlformats.org/officeDocument/2006/relationships/tags" Target="../tags/tag190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7" Type="http://schemas.openxmlformats.org/officeDocument/2006/relationships/image" Target="../media/image8.png"/><Relationship Id="rId6" Type="http://schemas.openxmlformats.org/officeDocument/2006/relationships/tags" Target="../tags/tag195.xml"/><Relationship Id="rId5" Type="http://schemas.openxmlformats.org/officeDocument/2006/relationships/image" Target="../media/image7.png"/><Relationship Id="rId4" Type="http://schemas.openxmlformats.org/officeDocument/2006/relationships/tags" Target="../tags/tag194.xml"/><Relationship Id="rId3" Type="http://schemas.openxmlformats.org/officeDocument/2006/relationships/image" Target="../media/image6.jpeg"/><Relationship Id="rId2" Type="http://schemas.openxmlformats.org/officeDocument/2006/relationships/tags" Target="../tags/tag193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7" Type="http://schemas.openxmlformats.org/officeDocument/2006/relationships/image" Target="../media/image8.png"/><Relationship Id="rId6" Type="http://schemas.openxmlformats.org/officeDocument/2006/relationships/tags" Target="../tags/tag198.xml"/><Relationship Id="rId5" Type="http://schemas.openxmlformats.org/officeDocument/2006/relationships/image" Target="../media/image7.png"/><Relationship Id="rId4" Type="http://schemas.openxmlformats.org/officeDocument/2006/relationships/tags" Target="../tags/tag197.xml"/><Relationship Id="rId3" Type="http://schemas.openxmlformats.org/officeDocument/2006/relationships/image" Target="../media/image6.jpeg"/><Relationship Id="rId2" Type="http://schemas.openxmlformats.org/officeDocument/2006/relationships/tags" Target="../tags/tag196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tags" Target="../tags/tag202.xml"/><Relationship Id="rId7" Type="http://schemas.openxmlformats.org/officeDocument/2006/relationships/image" Target="../media/image17.png"/><Relationship Id="rId6" Type="http://schemas.openxmlformats.org/officeDocument/2006/relationships/tags" Target="../tags/tag201.xml"/><Relationship Id="rId5" Type="http://schemas.openxmlformats.org/officeDocument/2006/relationships/image" Target="../media/image16.png"/><Relationship Id="rId4" Type="http://schemas.openxmlformats.org/officeDocument/2006/relationships/tags" Target="../tags/tag200.xml"/><Relationship Id="rId3" Type="http://schemas.openxmlformats.org/officeDocument/2006/relationships/image" Target="../media/image15.png"/><Relationship Id="rId2" Type="http://schemas.openxmlformats.org/officeDocument/2006/relationships/tags" Target="../tags/tag199.xml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image" Target="../media/image8.png"/><Relationship Id="rId6" Type="http://schemas.openxmlformats.org/officeDocument/2006/relationships/tags" Target="../tags/tag207.xml"/><Relationship Id="rId5" Type="http://schemas.openxmlformats.org/officeDocument/2006/relationships/image" Target="../media/image7.png"/><Relationship Id="rId4" Type="http://schemas.openxmlformats.org/officeDocument/2006/relationships/tags" Target="../tags/tag206.xml"/><Relationship Id="rId3" Type="http://schemas.openxmlformats.org/officeDocument/2006/relationships/image" Target="../media/image6.jpeg"/><Relationship Id="rId2" Type="http://schemas.openxmlformats.org/officeDocument/2006/relationships/tags" Target="../tags/tag205.xml"/><Relationship Id="rId11" Type="http://schemas.openxmlformats.org/officeDocument/2006/relationships/tags" Target="../tags/tag211.xml"/><Relationship Id="rId10" Type="http://schemas.openxmlformats.org/officeDocument/2006/relationships/tags" Target="../tags/tag210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image" Target="../media/image8.png"/><Relationship Id="rId7" Type="http://schemas.openxmlformats.org/officeDocument/2006/relationships/tags" Target="../tags/tag215.xml"/><Relationship Id="rId6" Type="http://schemas.openxmlformats.org/officeDocument/2006/relationships/image" Target="../media/image7.png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image" Target="../media/image6.jpeg"/><Relationship Id="rId2" Type="http://schemas.openxmlformats.org/officeDocument/2006/relationships/tags" Target="../tags/tag212.xml"/><Relationship Id="rId13" Type="http://schemas.openxmlformats.org/officeDocument/2006/relationships/tags" Target="../tags/tag220.xml"/><Relationship Id="rId12" Type="http://schemas.openxmlformats.org/officeDocument/2006/relationships/tags" Target="../tags/tag219.xml"/><Relationship Id="rId11" Type="http://schemas.openxmlformats.org/officeDocument/2006/relationships/tags" Target="../tags/tag218.xml"/><Relationship Id="rId10" Type="http://schemas.openxmlformats.org/officeDocument/2006/relationships/tags" Target="../tags/tag217.xml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26.xml"/><Relationship Id="rId8" Type="http://schemas.openxmlformats.org/officeDocument/2006/relationships/tags" Target="../tags/tag225.xml"/><Relationship Id="rId7" Type="http://schemas.openxmlformats.org/officeDocument/2006/relationships/tags" Target="../tags/tag224.xml"/><Relationship Id="rId6" Type="http://schemas.openxmlformats.org/officeDocument/2006/relationships/image" Target="../media/image8.png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image" Target="../media/image6.jpeg"/><Relationship Id="rId2" Type="http://schemas.openxmlformats.org/officeDocument/2006/relationships/tags" Target="../tags/tag221.xml"/><Relationship Id="rId12" Type="http://schemas.openxmlformats.org/officeDocument/2006/relationships/tags" Target="../tags/tag229.xml"/><Relationship Id="rId11" Type="http://schemas.openxmlformats.org/officeDocument/2006/relationships/tags" Target="../tags/tag228.xml"/><Relationship Id="rId10" Type="http://schemas.openxmlformats.org/officeDocument/2006/relationships/tags" Target="../tags/tag227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image" Target="../media/image7.png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image" Target="../media/image6.jpeg"/><Relationship Id="rId2" Type="http://schemas.openxmlformats.org/officeDocument/2006/relationships/tags" Target="../tags/tag230.xml"/><Relationship Id="rId12" Type="http://schemas.openxmlformats.org/officeDocument/2006/relationships/tags" Target="../tags/tag238.xml"/><Relationship Id="rId11" Type="http://schemas.openxmlformats.org/officeDocument/2006/relationships/tags" Target="../tags/tag237.xml"/><Relationship Id="rId10" Type="http://schemas.openxmlformats.org/officeDocument/2006/relationships/tags" Target="../tags/tag236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244.xml"/><Relationship Id="rId8" Type="http://schemas.openxmlformats.org/officeDocument/2006/relationships/tags" Target="../tags/tag243.xml"/><Relationship Id="rId7" Type="http://schemas.openxmlformats.org/officeDocument/2006/relationships/tags" Target="../tags/tag242.xml"/><Relationship Id="rId6" Type="http://schemas.openxmlformats.org/officeDocument/2006/relationships/image" Target="../media/image7.png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image" Target="../media/image6.jpeg"/><Relationship Id="rId2" Type="http://schemas.openxmlformats.org/officeDocument/2006/relationships/tags" Target="../tags/tag239.xml"/><Relationship Id="rId12" Type="http://schemas.openxmlformats.org/officeDocument/2006/relationships/tags" Target="../tags/tag247.xml"/><Relationship Id="rId11" Type="http://schemas.openxmlformats.org/officeDocument/2006/relationships/tags" Target="../tags/tag246.xml"/><Relationship Id="rId10" Type="http://schemas.openxmlformats.org/officeDocument/2006/relationships/tags" Target="../tags/tag245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253.xml"/><Relationship Id="rId8" Type="http://schemas.openxmlformats.org/officeDocument/2006/relationships/tags" Target="../tags/tag252.xml"/><Relationship Id="rId7" Type="http://schemas.openxmlformats.org/officeDocument/2006/relationships/tags" Target="../tags/tag251.xml"/><Relationship Id="rId6" Type="http://schemas.openxmlformats.org/officeDocument/2006/relationships/image" Target="../media/image7.png"/><Relationship Id="rId5" Type="http://schemas.openxmlformats.org/officeDocument/2006/relationships/tags" Target="../tags/tag250.xml"/><Relationship Id="rId4" Type="http://schemas.openxmlformats.org/officeDocument/2006/relationships/tags" Target="../tags/tag249.xml"/><Relationship Id="rId3" Type="http://schemas.openxmlformats.org/officeDocument/2006/relationships/image" Target="../media/image6.jpeg"/><Relationship Id="rId2" Type="http://schemas.openxmlformats.org/officeDocument/2006/relationships/tags" Target="../tags/tag248.xml"/><Relationship Id="rId14" Type="http://schemas.openxmlformats.org/officeDocument/2006/relationships/tags" Target="../tags/tag258.xml"/><Relationship Id="rId13" Type="http://schemas.openxmlformats.org/officeDocument/2006/relationships/tags" Target="../tags/tag257.xml"/><Relationship Id="rId12" Type="http://schemas.openxmlformats.org/officeDocument/2006/relationships/tags" Target="../tags/tag256.xml"/><Relationship Id="rId11" Type="http://schemas.openxmlformats.org/officeDocument/2006/relationships/tags" Target="../tags/tag255.xml"/><Relationship Id="rId10" Type="http://schemas.openxmlformats.org/officeDocument/2006/relationships/tags" Target="../tags/tag254.xml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263.xml"/><Relationship Id="rId8" Type="http://schemas.openxmlformats.org/officeDocument/2006/relationships/image" Target="../media/image8.png"/><Relationship Id="rId7" Type="http://schemas.openxmlformats.org/officeDocument/2006/relationships/tags" Target="../tags/tag262.xml"/><Relationship Id="rId6" Type="http://schemas.openxmlformats.org/officeDocument/2006/relationships/image" Target="../media/image7.png"/><Relationship Id="rId5" Type="http://schemas.openxmlformats.org/officeDocument/2006/relationships/tags" Target="../tags/tag261.xml"/><Relationship Id="rId4" Type="http://schemas.openxmlformats.org/officeDocument/2006/relationships/tags" Target="../tags/tag260.xml"/><Relationship Id="rId3" Type="http://schemas.openxmlformats.org/officeDocument/2006/relationships/image" Target="../media/image6.jpeg"/><Relationship Id="rId2" Type="http://schemas.openxmlformats.org/officeDocument/2006/relationships/tags" Target="../tags/tag259.xml"/><Relationship Id="rId13" Type="http://schemas.openxmlformats.org/officeDocument/2006/relationships/tags" Target="../tags/tag267.xml"/><Relationship Id="rId12" Type="http://schemas.openxmlformats.org/officeDocument/2006/relationships/tags" Target="../tags/tag266.xml"/><Relationship Id="rId11" Type="http://schemas.openxmlformats.org/officeDocument/2006/relationships/tags" Target="../tags/tag265.xml"/><Relationship Id="rId10" Type="http://schemas.openxmlformats.org/officeDocument/2006/relationships/tags" Target="../tags/tag264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桌子, 室内, 灯光, 笔记本&#10;&#10;描述已自动生成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9DBDF">
                  <a:alpha val="90000"/>
                </a:srgbClr>
              </a:gs>
              <a:gs pos="100000">
                <a:srgbClr val="22129A">
                  <a:alpha val="9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524000" y="1821974"/>
            <a:ext cx="9144000" cy="2243584"/>
          </a:xfrm>
        </p:spPr>
        <p:txBody>
          <a:bodyPr anchor="b">
            <a:normAutofit/>
          </a:bodyPr>
          <a:lstStyle>
            <a:lvl1pPr algn="ctr">
              <a:defRPr sz="8000"/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>
            <p:custDataLst>
              <p:tags r:id="rId6"/>
            </p:custDataLst>
          </p:nvPr>
        </p:nvCxnSpPr>
        <p:spPr>
          <a:xfrm>
            <a:off x="1657245" y="4130490"/>
            <a:ext cx="8877513" cy="0"/>
          </a:xfrm>
          <a:prstGeom prst="line">
            <a:avLst/>
          </a:prstGeom>
          <a:ln w="28575">
            <a:gradFill flip="none" rotWithShape="1">
              <a:gsLst>
                <a:gs pos="1000">
                  <a:schemeClr val="accent1">
                    <a:lumMod val="5000"/>
                    <a:lumOff val="95000"/>
                    <a:alpha val="0"/>
                  </a:schemeClr>
                </a:gs>
                <a:gs pos="60000">
                  <a:schemeClr val="bg1"/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26"/>
          <p:cNvSpPr/>
          <p:nvPr>
            <p:custDataLst>
              <p:tags r:id="rId2"/>
            </p:custDataLst>
          </p:nvPr>
        </p:nvSpPr>
        <p:spPr>
          <a:xfrm>
            <a:off x="1822715" y="2024570"/>
            <a:ext cx="2229128" cy="1668591"/>
          </a:xfrm>
          <a:custGeom>
            <a:avLst/>
            <a:gdLst>
              <a:gd name="connsiteX0" fmla="*/ 0 w 1144274"/>
              <a:gd name="connsiteY0" fmla="*/ 0 h 1181102"/>
              <a:gd name="connsiteX1" fmla="*/ 1144274 w 1144274"/>
              <a:gd name="connsiteY1" fmla="*/ 0 h 1181102"/>
              <a:gd name="connsiteX2" fmla="*/ 1144274 w 1144274"/>
              <a:gd name="connsiteY2" fmla="*/ 1 h 1181102"/>
              <a:gd name="connsiteX3" fmla="*/ 306849 w 1144274"/>
              <a:gd name="connsiteY3" fmla="*/ 128588 h 1181102"/>
              <a:gd name="connsiteX4" fmla="*/ 1144274 w 1144274"/>
              <a:gd name="connsiteY4" fmla="*/ 128588 h 1181102"/>
              <a:gd name="connsiteX5" fmla="*/ 1144274 w 1144274"/>
              <a:gd name="connsiteY5" fmla="*/ 129542 h 1181102"/>
              <a:gd name="connsiteX6" fmla="*/ 306846 w 1144274"/>
              <a:gd name="connsiteY6" fmla="*/ 129542 h 1181102"/>
              <a:gd name="connsiteX7" fmla="*/ 417370 w 1144274"/>
              <a:gd name="connsiteY7" fmla="*/ 1181102 h 1181102"/>
              <a:gd name="connsiteX8" fmla="*/ 103333 w 1144274"/>
              <a:gd name="connsiteY8" fmla="*/ 1181102 h 1181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4274" h="1181102">
                <a:moveTo>
                  <a:pt x="0" y="0"/>
                </a:moveTo>
                <a:lnTo>
                  <a:pt x="1144274" y="0"/>
                </a:lnTo>
                <a:lnTo>
                  <a:pt x="1144274" y="1"/>
                </a:lnTo>
                <a:lnTo>
                  <a:pt x="306849" y="128588"/>
                </a:lnTo>
                <a:lnTo>
                  <a:pt x="1144274" y="128588"/>
                </a:lnTo>
                <a:lnTo>
                  <a:pt x="1144274" y="129542"/>
                </a:lnTo>
                <a:lnTo>
                  <a:pt x="306846" y="129542"/>
                </a:lnTo>
                <a:lnTo>
                  <a:pt x="417370" y="1181102"/>
                </a:lnTo>
                <a:lnTo>
                  <a:pt x="103333" y="118110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200"/>
          </a:p>
        </p:txBody>
      </p:sp>
      <p:sp>
        <p:nvSpPr>
          <p:cNvPr id="8" name="任意多边形 18"/>
          <p:cNvSpPr/>
          <p:nvPr>
            <p:custDataLst>
              <p:tags r:id="rId3"/>
            </p:custDataLst>
          </p:nvPr>
        </p:nvSpPr>
        <p:spPr>
          <a:xfrm>
            <a:off x="7363076" y="2742243"/>
            <a:ext cx="3580209" cy="1542999"/>
          </a:xfrm>
          <a:custGeom>
            <a:avLst/>
            <a:gdLst>
              <a:gd name="connsiteX0" fmla="*/ 1462558 w 1838466"/>
              <a:gd name="connsiteY0" fmla="*/ 0 h 1091717"/>
              <a:gd name="connsiteX1" fmla="*/ 1838466 w 1838466"/>
              <a:gd name="connsiteY1" fmla="*/ 1091717 h 1091717"/>
              <a:gd name="connsiteX2" fmla="*/ 0 w 1838466"/>
              <a:gd name="connsiteY2" fmla="*/ 1091717 h 1091717"/>
              <a:gd name="connsiteX3" fmla="*/ 0 w 1838466"/>
              <a:gd name="connsiteY3" fmla="*/ 1091716 h 1091717"/>
              <a:gd name="connsiteX4" fmla="*/ 1445521 w 1838466"/>
              <a:gd name="connsiteY4" fmla="*/ 931697 h 1091717"/>
              <a:gd name="connsiteX5" fmla="*/ 1445531 w 1838466"/>
              <a:gd name="connsiteY5" fmla="*/ 931697 h 1091717"/>
              <a:gd name="connsiteX6" fmla="*/ 1154068 w 1838466"/>
              <a:gd name="connsiteY6" fmla="*/ 34664 h 109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8466" h="1091717">
                <a:moveTo>
                  <a:pt x="1462558" y="0"/>
                </a:moveTo>
                <a:lnTo>
                  <a:pt x="1838466" y="1091717"/>
                </a:lnTo>
                <a:lnTo>
                  <a:pt x="0" y="1091717"/>
                </a:lnTo>
                <a:lnTo>
                  <a:pt x="0" y="1091716"/>
                </a:lnTo>
                <a:lnTo>
                  <a:pt x="1445521" y="931697"/>
                </a:lnTo>
                <a:lnTo>
                  <a:pt x="1445531" y="931697"/>
                </a:lnTo>
                <a:lnTo>
                  <a:pt x="1154068" y="3466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200"/>
          </a:p>
        </p:txBody>
      </p:sp>
      <p:sp>
        <p:nvSpPr>
          <p:cNvPr id="9" name="任意多边形 5"/>
          <p:cNvSpPr/>
          <p:nvPr>
            <p:custDataLst>
              <p:tags r:id="rId4"/>
            </p:custDataLst>
          </p:nvPr>
        </p:nvSpPr>
        <p:spPr>
          <a:xfrm>
            <a:off x="2419413" y="2206233"/>
            <a:ext cx="7757123" cy="1852495"/>
          </a:xfrm>
          <a:custGeom>
            <a:avLst/>
            <a:gdLst>
              <a:gd name="connsiteX0" fmla="*/ 0 w 3982993"/>
              <a:gd name="connsiteY0" fmla="*/ 0 h 1310640"/>
              <a:gd name="connsiteX1" fmla="*/ 3557141 w 3982993"/>
              <a:gd name="connsiteY1" fmla="*/ 0 h 1310640"/>
              <a:gd name="connsiteX2" fmla="*/ 3982993 w 3982993"/>
              <a:gd name="connsiteY2" fmla="*/ 1310640 h 1310640"/>
              <a:gd name="connsiteX3" fmla="*/ 137754 w 3982993"/>
              <a:gd name="connsiteY3" fmla="*/ 1310640 h 131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2993" h="1310640">
                <a:moveTo>
                  <a:pt x="0" y="0"/>
                </a:moveTo>
                <a:lnTo>
                  <a:pt x="3557141" y="0"/>
                </a:lnTo>
                <a:lnTo>
                  <a:pt x="3982993" y="1310640"/>
                </a:lnTo>
                <a:lnTo>
                  <a:pt x="137754" y="131064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36000" anchor="ctr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735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直角三角形 9"/>
          <p:cNvSpPr/>
          <p:nvPr>
            <p:custDataLst>
              <p:tags r:id="rId5"/>
            </p:custDataLst>
          </p:nvPr>
        </p:nvSpPr>
        <p:spPr>
          <a:xfrm rot="16200000">
            <a:off x="3144798" y="1299188"/>
            <a:ext cx="181660" cy="1632427"/>
          </a:xfrm>
          <a:prstGeom prst="rtTriangle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200"/>
          </a:p>
        </p:txBody>
      </p:sp>
      <p:sp>
        <p:nvSpPr>
          <p:cNvPr id="11" name="直角三角形 10"/>
          <p:cNvSpPr/>
          <p:nvPr>
            <p:custDataLst>
              <p:tags r:id="rId6"/>
            </p:custDataLst>
          </p:nvPr>
        </p:nvSpPr>
        <p:spPr>
          <a:xfrm rot="16200000" flipH="1" flipV="1">
            <a:off x="8656547" y="2765252"/>
            <a:ext cx="226517" cy="2813464"/>
          </a:xfrm>
          <a:prstGeom prst="rtTriangle">
            <a:avLst/>
          </a:prstGeom>
          <a:solidFill>
            <a:schemeClr val="accent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200"/>
          </a:p>
        </p:txBody>
      </p:sp>
      <p:sp>
        <p:nvSpPr>
          <p:cNvPr id="12" name="任意多边形 23"/>
          <p:cNvSpPr/>
          <p:nvPr>
            <p:custDataLst>
              <p:tags r:id="rId7"/>
            </p:custDataLst>
          </p:nvPr>
        </p:nvSpPr>
        <p:spPr>
          <a:xfrm>
            <a:off x="1822715" y="1551353"/>
            <a:ext cx="1623151" cy="473216"/>
          </a:xfrm>
          <a:custGeom>
            <a:avLst/>
            <a:gdLst>
              <a:gd name="connsiteX0" fmla="*/ 833801 w 833801"/>
              <a:gd name="connsiteY0" fmla="*/ 0 h 335236"/>
              <a:gd name="connsiteX1" fmla="*/ 498565 w 833801"/>
              <a:gd name="connsiteY1" fmla="*/ 335236 h 335236"/>
              <a:gd name="connsiteX2" fmla="*/ 0 w 833801"/>
              <a:gd name="connsiteY2" fmla="*/ 335236 h 335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3801" h="335236">
                <a:moveTo>
                  <a:pt x="833801" y="0"/>
                </a:moveTo>
                <a:lnTo>
                  <a:pt x="498565" y="335236"/>
                </a:lnTo>
                <a:lnTo>
                  <a:pt x="0" y="335236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200"/>
          </a:p>
        </p:txBody>
      </p:sp>
      <p:sp>
        <p:nvSpPr>
          <p:cNvPr id="13" name="任意多边形 30"/>
          <p:cNvSpPr/>
          <p:nvPr>
            <p:custDataLst>
              <p:tags r:id="rId8"/>
            </p:custDataLst>
          </p:nvPr>
        </p:nvSpPr>
        <p:spPr>
          <a:xfrm>
            <a:off x="8605943" y="4285243"/>
            <a:ext cx="2337339" cy="684032"/>
          </a:xfrm>
          <a:custGeom>
            <a:avLst/>
            <a:gdLst>
              <a:gd name="connsiteX0" fmla="*/ 667403 w 1200162"/>
              <a:gd name="connsiteY0" fmla="*/ 0 h 484897"/>
              <a:gd name="connsiteX1" fmla="*/ 1200162 w 1200162"/>
              <a:gd name="connsiteY1" fmla="*/ 0 h 484897"/>
              <a:gd name="connsiteX2" fmla="*/ 0 w 1200162"/>
              <a:gd name="connsiteY2" fmla="*/ 484897 h 484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0162" h="484897">
                <a:moveTo>
                  <a:pt x="667403" y="0"/>
                </a:moveTo>
                <a:lnTo>
                  <a:pt x="1200162" y="0"/>
                </a:lnTo>
                <a:lnTo>
                  <a:pt x="0" y="48489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3200"/>
          </a:p>
        </p:txBody>
      </p:sp>
      <p:cxnSp>
        <p:nvCxnSpPr>
          <p:cNvPr id="14" name="直接连接符 13"/>
          <p:cNvCxnSpPr/>
          <p:nvPr>
            <p:custDataLst>
              <p:tags r:id="rId9"/>
            </p:custDataLst>
          </p:nvPr>
        </p:nvCxnSpPr>
        <p:spPr>
          <a:xfrm>
            <a:off x="2972832" y="2701875"/>
            <a:ext cx="6381307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10"/>
            </p:custDataLst>
          </p:nvPr>
        </p:nvCxnSpPr>
        <p:spPr>
          <a:xfrm>
            <a:off x="2972832" y="3513743"/>
            <a:ext cx="6381307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2639616" y="2551888"/>
            <a:ext cx="6912768" cy="1165144"/>
          </a:xfrm>
        </p:spPr>
        <p:txBody>
          <a:bodyPr anchor="ctr">
            <a:normAutofit/>
          </a:bodyPr>
          <a:lstStyle>
            <a:lvl1pPr algn="ctr">
              <a:defRPr sz="4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1"/>
          <p:cNvSpPr/>
          <p:nvPr>
            <p:custDataLst>
              <p:tags r:id="rId2"/>
            </p:custDataLst>
          </p:nvPr>
        </p:nvSpPr>
        <p:spPr>
          <a:xfrm>
            <a:off x="0" y="620688"/>
            <a:ext cx="695399" cy="576066"/>
          </a:xfrm>
          <a:custGeom>
            <a:avLst/>
            <a:gdLst/>
            <a:ahLst/>
            <a:cxnLst/>
            <a:rect l="l" t="t" r="r" b="b"/>
            <a:pathLst>
              <a:path w="1214627" h="504056">
                <a:moveTo>
                  <a:pt x="0" y="0"/>
                </a:moveTo>
                <a:lnTo>
                  <a:pt x="1043608" y="0"/>
                </a:lnTo>
                <a:lnTo>
                  <a:pt x="1043608" y="81009"/>
                </a:lnTo>
                <a:cubicBezTo>
                  <a:pt x="1138059" y="81009"/>
                  <a:pt x="1214627" y="157577"/>
                  <a:pt x="1214627" y="252028"/>
                </a:cubicBezTo>
                <a:cubicBezTo>
                  <a:pt x="1214627" y="346479"/>
                  <a:pt x="1138059" y="423047"/>
                  <a:pt x="1043608" y="423047"/>
                </a:cubicBezTo>
                <a:lnTo>
                  <a:pt x="1043608" y="504056"/>
                </a:lnTo>
                <a:lnTo>
                  <a:pt x="0" y="504056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735" dirty="0">
              <a:solidFill>
                <a:sysClr val="windowText" lastClr="000000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839788" y="30323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6"/>
            </p:custDataLst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1"/>
          <p:cNvSpPr/>
          <p:nvPr>
            <p:custDataLst>
              <p:tags r:id="rId2"/>
            </p:custDataLst>
          </p:nvPr>
        </p:nvSpPr>
        <p:spPr>
          <a:xfrm>
            <a:off x="0" y="548680"/>
            <a:ext cx="695399" cy="432048"/>
          </a:xfrm>
          <a:custGeom>
            <a:avLst/>
            <a:gdLst/>
            <a:ahLst/>
            <a:cxnLst/>
            <a:rect l="l" t="t" r="r" b="b"/>
            <a:pathLst>
              <a:path w="1214627" h="504056">
                <a:moveTo>
                  <a:pt x="0" y="0"/>
                </a:moveTo>
                <a:lnTo>
                  <a:pt x="1043608" y="0"/>
                </a:lnTo>
                <a:lnTo>
                  <a:pt x="1043608" y="81009"/>
                </a:lnTo>
                <a:cubicBezTo>
                  <a:pt x="1138059" y="81009"/>
                  <a:pt x="1214627" y="157577"/>
                  <a:pt x="1214627" y="252028"/>
                </a:cubicBezTo>
                <a:cubicBezTo>
                  <a:pt x="1214627" y="346479"/>
                  <a:pt x="1138059" y="423047"/>
                  <a:pt x="1043608" y="423047"/>
                </a:cubicBezTo>
                <a:lnTo>
                  <a:pt x="1043608" y="504056"/>
                </a:lnTo>
                <a:lnTo>
                  <a:pt x="0" y="504056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735" dirty="0">
              <a:solidFill>
                <a:sysClr val="windowText" lastClr="000000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839787" y="457200"/>
            <a:ext cx="4165200" cy="160020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  <p:custDataLst>
              <p:tags r:id="rId4"/>
            </p:custDataLst>
          </p:nvPr>
        </p:nvSpPr>
        <p:spPr>
          <a:xfrm>
            <a:off x="5184000" y="4572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5"/>
            </p:custDataLst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416480" y="365125"/>
            <a:ext cx="937320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838200" y="365125"/>
            <a:ext cx="9506272" cy="5811838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>
            <p:custDataLst>
              <p:tags r:id="rId2"/>
            </p:custDataLst>
          </p:nvPr>
        </p:nvSpPr>
        <p:spPr>
          <a:xfrm>
            <a:off x="5160" y="548680"/>
            <a:ext cx="695399" cy="432048"/>
          </a:xfrm>
          <a:custGeom>
            <a:avLst/>
            <a:gdLst/>
            <a:ahLst/>
            <a:cxnLst/>
            <a:rect l="l" t="t" r="r" b="b"/>
            <a:pathLst>
              <a:path w="1214627" h="504056">
                <a:moveTo>
                  <a:pt x="0" y="0"/>
                </a:moveTo>
                <a:lnTo>
                  <a:pt x="1043608" y="0"/>
                </a:lnTo>
                <a:lnTo>
                  <a:pt x="1043608" y="81009"/>
                </a:lnTo>
                <a:cubicBezTo>
                  <a:pt x="1138059" y="81009"/>
                  <a:pt x="1214627" y="157577"/>
                  <a:pt x="1214627" y="252028"/>
                </a:cubicBezTo>
                <a:cubicBezTo>
                  <a:pt x="1214627" y="346479"/>
                  <a:pt x="1138059" y="423047"/>
                  <a:pt x="1043608" y="423047"/>
                </a:cubicBezTo>
                <a:lnTo>
                  <a:pt x="1043608" y="504056"/>
                </a:lnTo>
                <a:lnTo>
                  <a:pt x="0" y="504056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735" dirty="0">
              <a:solidFill>
                <a:sysClr val="windowText" lastClr="000000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838200" y="551544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5"/>
            </p:custDataLst>
          </p:nvPr>
        </p:nvGrpSpPr>
        <p:grpSpPr>
          <a:xfrm>
            <a:off x="0" y="1681038"/>
            <a:ext cx="12192000" cy="3638947"/>
            <a:chOff x="0" y="1292211"/>
            <a:chExt cx="9144000" cy="2729210"/>
          </a:xfrm>
          <a:solidFill>
            <a:schemeClr val="accent1"/>
          </a:solidFill>
        </p:grpSpPr>
        <p:grpSp>
          <p:nvGrpSpPr>
            <p:cNvPr id="7" name="组合 6"/>
            <p:cNvGrpSpPr/>
            <p:nvPr/>
          </p:nvGrpSpPr>
          <p:grpSpPr>
            <a:xfrm>
              <a:off x="0" y="1292211"/>
              <a:ext cx="4355976" cy="2729210"/>
              <a:chOff x="0" y="1292211"/>
              <a:chExt cx="1851670" cy="2729210"/>
            </a:xfrm>
            <a:grpFill/>
          </p:grpSpPr>
          <p:grpSp>
            <p:nvGrpSpPr>
              <p:cNvPr id="23" name="组合 22"/>
              <p:cNvGrpSpPr/>
              <p:nvPr/>
            </p:nvGrpSpPr>
            <p:grpSpPr>
              <a:xfrm rot="5400000">
                <a:off x="286880" y="1005331"/>
                <a:ext cx="1277910" cy="1851670"/>
                <a:chOff x="1474785" y="1908202"/>
                <a:chExt cx="1277910" cy="1851670"/>
              </a:xfrm>
              <a:grpFill/>
            </p:grpSpPr>
            <p:sp>
              <p:nvSpPr>
                <p:cNvPr id="31" name="矩形 30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477529" y="3205517"/>
                  <a:ext cx="287199" cy="55435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32" name="矩形 31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2123728" y="3205517"/>
                  <a:ext cx="287199" cy="55435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33" name="矩形 32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2454007" y="1908202"/>
                  <a:ext cx="91904" cy="93608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34" name="矩形 33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2660791" y="1908202"/>
                  <a:ext cx="91904" cy="93608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35" name="任意多边形 15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1474785" y="2843718"/>
                  <a:ext cx="1073963" cy="362866"/>
                </a:xfrm>
                <a:custGeom>
                  <a:avLst/>
                  <a:gdLst>
                    <a:gd name="connsiteX0" fmla="*/ 0 w 3177376"/>
                    <a:gd name="connsiteY0" fmla="*/ 1407782 h 1414360"/>
                    <a:gd name="connsiteX1" fmla="*/ 2887926 w 3177376"/>
                    <a:gd name="connsiteY1" fmla="*/ 0 h 1414360"/>
                    <a:gd name="connsiteX2" fmla="*/ 3177376 w 3177376"/>
                    <a:gd name="connsiteY2" fmla="*/ 0 h 1414360"/>
                    <a:gd name="connsiteX3" fmla="*/ 861773 w 3177376"/>
                    <a:gd name="connsiteY3" fmla="*/ 1414360 h 1414360"/>
                    <a:gd name="connsiteX4" fmla="*/ 0 w 3177376"/>
                    <a:gd name="connsiteY4" fmla="*/ 1407782 h 1414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7376" h="1414360">
                      <a:moveTo>
                        <a:pt x="0" y="1407782"/>
                      </a:moveTo>
                      <a:lnTo>
                        <a:pt x="2887926" y="0"/>
                      </a:lnTo>
                      <a:lnTo>
                        <a:pt x="3177376" y="0"/>
                      </a:lnTo>
                      <a:lnTo>
                        <a:pt x="861773" y="1414360"/>
                      </a:lnTo>
                      <a:lnTo>
                        <a:pt x="0" y="140778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36" name="任意多边形 16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2123728" y="2842650"/>
                  <a:ext cx="626428" cy="369629"/>
                </a:xfrm>
                <a:custGeom>
                  <a:avLst/>
                  <a:gdLst>
                    <a:gd name="connsiteX0" fmla="*/ 0 w 1868270"/>
                    <a:gd name="connsiteY0" fmla="*/ 1401203 h 1414360"/>
                    <a:gd name="connsiteX1" fmla="*/ 1591977 w 1868270"/>
                    <a:gd name="connsiteY1" fmla="*/ 0 h 1414360"/>
                    <a:gd name="connsiteX2" fmla="*/ 1868270 w 1868270"/>
                    <a:gd name="connsiteY2" fmla="*/ 6579 h 1414360"/>
                    <a:gd name="connsiteX3" fmla="*/ 855194 w 1868270"/>
                    <a:gd name="connsiteY3" fmla="*/ 1414360 h 1414360"/>
                    <a:gd name="connsiteX4" fmla="*/ 0 w 1868270"/>
                    <a:gd name="connsiteY4" fmla="*/ 1401203 h 1414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68270" h="1414360">
                      <a:moveTo>
                        <a:pt x="0" y="1401203"/>
                      </a:moveTo>
                      <a:lnTo>
                        <a:pt x="1591977" y="0"/>
                      </a:lnTo>
                      <a:lnTo>
                        <a:pt x="1868270" y="6579"/>
                      </a:lnTo>
                      <a:lnTo>
                        <a:pt x="855194" y="1414360"/>
                      </a:lnTo>
                      <a:lnTo>
                        <a:pt x="0" y="140120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</p:grpSp>
          <p:grpSp>
            <p:nvGrpSpPr>
              <p:cNvPr id="24" name="组合 23"/>
              <p:cNvGrpSpPr/>
              <p:nvPr/>
            </p:nvGrpSpPr>
            <p:grpSpPr>
              <a:xfrm rot="5400000" flipH="1">
                <a:off x="289624" y="2459375"/>
                <a:ext cx="1272422" cy="1851670"/>
                <a:chOff x="1474785" y="1908202"/>
                <a:chExt cx="1277910" cy="1851670"/>
              </a:xfrm>
              <a:grpFill/>
            </p:grpSpPr>
            <p:sp>
              <p:nvSpPr>
                <p:cNvPr id="25" name="矩形 24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477529" y="3205517"/>
                  <a:ext cx="287199" cy="55435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26" name="矩形 25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2123728" y="3205517"/>
                  <a:ext cx="287199" cy="55435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27" name="矩形 26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2454007" y="1908202"/>
                  <a:ext cx="91904" cy="93608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28" name="矩形 27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2660791" y="1908202"/>
                  <a:ext cx="91904" cy="93608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29" name="任意多边形 29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1474785" y="2843718"/>
                  <a:ext cx="1073963" cy="362866"/>
                </a:xfrm>
                <a:custGeom>
                  <a:avLst/>
                  <a:gdLst>
                    <a:gd name="connsiteX0" fmla="*/ 0 w 3177376"/>
                    <a:gd name="connsiteY0" fmla="*/ 1407782 h 1414360"/>
                    <a:gd name="connsiteX1" fmla="*/ 2887926 w 3177376"/>
                    <a:gd name="connsiteY1" fmla="*/ 0 h 1414360"/>
                    <a:gd name="connsiteX2" fmla="*/ 3177376 w 3177376"/>
                    <a:gd name="connsiteY2" fmla="*/ 0 h 1414360"/>
                    <a:gd name="connsiteX3" fmla="*/ 861773 w 3177376"/>
                    <a:gd name="connsiteY3" fmla="*/ 1414360 h 1414360"/>
                    <a:gd name="connsiteX4" fmla="*/ 0 w 3177376"/>
                    <a:gd name="connsiteY4" fmla="*/ 1407782 h 1414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7376" h="1414360">
                      <a:moveTo>
                        <a:pt x="0" y="1407782"/>
                      </a:moveTo>
                      <a:lnTo>
                        <a:pt x="2887926" y="0"/>
                      </a:lnTo>
                      <a:lnTo>
                        <a:pt x="3177376" y="0"/>
                      </a:lnTo>
                      <a:lnTo>
                        <a:pt x="861773" y="1414360"/>
                      </a:lnTo>
                      <a:lnTo>
                        <a:pt x="0" y="140778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30" name="任意多边形 30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2123728" y="2842650"/>
                  <a:ext cx="626428" cy="369629"/>
                </a:xfrm>
                <a:custGeom>
                  <a:avLst/>
                  <a:gdLst>
                    <a:gd name="connsiteX0" fmla="*/ 0 w 1868270"/>
                    <a:gd name="connsiteY0" fmla="*/ 1401203 h 1414360"/>
                    <a:gd name="connsiteX1" fmla="*/ 1591977 w 1868270"/>
                    <a:gd name="connsiteY1" fmla="*/ 0 h 1414360"/>
                    <a:gd name="connsiteX2" fmla="*/ 1868270 w 1868270"/>
                    <a:gd name="connsiteY2" fmla="*/ 6579 h 1414360"/>
                    <a:gd name="connsiteX3" fmla="*/ 855194 w 1868270"/>
                    <a:gd name="connsiteY3" fmla="*/ 1414360 h 1414360"/>
                    <a:gd name="connsiteX4" fmla="*/ 0 w 1868270"/>
                    <a:gd name="connsiteY4" fmla="*/ 1401203 h 1414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68270" h="1414360">
                      <a:moveTo>
                        <a:pt x="0" y="1401203"/>
                      </a:moveTo>
                      <a:lnTo>
                        <a:pt x="1591977" y="0"/>
                      </a:lnTo>
                      <a:lnTo>
                        <a:pt x="1868270" y="6579"/>
                      </a:lnTo>
                      <a:lnTo>
                        <a:pt x="855194" y="1414360"/>
                      </a:lnTo>
                      <a:lnTo>
                        <a:pt x="0" y="140120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</p:grpSp>
        </p:grpSp>
        <p:grpSp>
          <p:nvGrpSpPr>
            <p:cNvPr id="8" name="组合 7"/>
            <p:cNvGrpSpPr/>
            <p:nvPr/>
          </p:nvGrpSpPr>
          <p:grpSpPr>
            <a:xfrm flipH="1">
              <a:off x="4644008" y="1292211"/>
              <a:ext cx="4499992" cy="2729210"/>
              <a:chOff x="0" y="1292211"/>
              <a:chExt cx="1851670" cy="2729210"/>
            </a:xfrm>
            <a:grpFill/>
          </p:grpSpPr>
          <p:grpSp>
            <p:nvGrpSpPr>
              <p:cNvPr id="9" name="组合 8"/>
              <p:cNvGrpSpPr/>
              <p:nvPr/>
            </p:nvGrpSpPr>
            <p:grpSpPr>
              <a:xfrm rot="5400000">
                <a:off x="286880" y="1005331"/>
                <a:ext cx="1277910" cy="1851670"/>
                <a:chOff x="1474785" y="1908202"/>
                <a:chExt cx="1277910" cy="1851670"/>
              </a:xfrm>
              <a:grpFill/>
            </p:grpSpPr>
            <p:sp>
              <p:nvSpPr>
                <p:cNvPr id="17" name="矩形 16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1477529" y="3205517"/>
                  <a:ext cx="287199" cy="55435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18" name="矩形 17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2123728" y="3205517"/>
                  <a:ext cx="287199" cy="55435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19" name="矩形 18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2454007" y="1908202"/>
                  <a:ext cx="91904" cy="93608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20" name="矩形 19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2660791" y="1908202"/>
                  <a:ext cx="91904" cy="93608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21" name="任意多边形 45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474785" y="2843718"/>
                  <a:ext cx="1073963" cy="362866"/>
                </a:xfrm>
                <a:custGeom>
                  <a:avLst/>
                  <a:gdLst>
                    <a:gd name="connsiteX0" fmla="*/ 0 w 3177376"/>
                    <a:gd name="connsiteY0" fmla="*/ 1407782 h 1414360"/>
                    <a:gd name="connsiteX1" fmla="*/ 2887926 w 3177376"/>
                    <a:gd name="connsiteY1" fmla="*/ 0 h 1414360"/>
                    <a:gd name="connsiteX2" fmla="*/ 3177376 w 3177376"/>
                    <a:gd name="connsiteY2" fmla="*/ 0 h 1414360"/>
                    <a:gd name="connsiteX3" fmla="*/ 861773 w 3177376"/>
                    <a:gd name="connsiteY3" fmla="*/ 1414360 h 1414360"/>
                    <a:gd name="connsiteX4" fmla="*/ 0 w 3177376"/>
                    <a:gd name="connsiteY4" fmla="*/ 1407782 h 1414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7376" h="1414360">
                      <a:moveTo>
                        <a:pt x="0" y="1407782"/>
                      </a:moveTo>
                      <a:lnTo>
                        <a:pt x="2887926" y="0"/>
                      </a:lnTo>
                      <a:lnTo>
                        <a:pt x="3177376" y="0"/>
                      </a:lnTo>
                      <a:lnTo>
                        <a:pt x="861773" y="1414360"/>
                      </a:lnTo>
                      <a:lnTo>
                        <a:pt x="0" y="140778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22" name="任意多边形 46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2123728" y="2842650"/>
                  <a:ext cx="626428" cy="369629"/>
                </a:xfrm>
                <a:custGeom>
                  <a:avLst/>
                  <a:gdLst>
                    <a:gd name="connsiteX0" fmla="*/ 0 w 1868270"/>
                    <a:gd name="connsiteY0" fmla="*/ 1401203 h 1414360"/>
                    <a:gd name="connsiteX1" fmla="*/ 1591977 w 1868270"/>
                    <a:gd name="connsiteY1" fmla="*/ 0 h 1414360"/>
                    <a:gd name="connsiteX2" fmla="*/ 1868270 w 1868270"/>
                    <a:gd name="connsiteY2" fmla="*/ 6579 h 1414360"/>
                    <a:gd name="connsiteX3" fmla="*/ 855194 w 1868270"/>
                    <a:gd name="connsiteY3" fmla="*/ 1414360 h 1414360"/>
                    <a:gd name="connsiteX4" fmla="*/ 0 w 1868270"/>
                    <a:gd name="connsiteY4" fmla="*/ 1401203 h 1414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68270" h="1414360">
                      <a:moveTo>
                        <a:pt x="0" y="1401203"/>
                      </a:moveTo>
                      <a:lnTo>
                        <a:pt x="1591977" y="0"/>
                      </a:lnTo>
                      <a:lnTo>
                        <a:pt x="1868270" y="6579"/>
                      </a:lnTo>
                      <a:lnTo>
                        <a:pt x="855194" y="1414360"/>
                      </a:lnTo>
                      <a:lnTo>
                        <a:pt x="0" y="140120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 rot="5400000" flipH="1">
                <a:off x="289624" y="2459375"/>
                <a:ext cx="1272422" cy="1851670"/>
                <a:chOff x="1474785" y="1908202"/>
                <a:chExt cx="1277910" cy="1851670"/>
              </a:xfrm>
              <a:grpFill/>
            </p:grpSpPr>
            <p:sp>
              <p:nvSpPr>
                <p:cNvPr id="11" name="矩形 10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1477529" y="3205517"/>
                  <a:ext cx="287199" cy="55435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12" name="矩形 11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2123728" y="3205517"/>
                  <a:ext cx="287199" cy="55435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13" name="矩形 12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2454007" y="1908202"/>
                  <a:ext cx="91904" cy="93608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14" name="矩形 13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2660791" y="1908202"/>
                  <a:ext cx="91904" cy="93608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15" name="任意多边形 39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1474785" y="2843718"/>
                  <a:ext cx="1073963" cy="362866"/>
                </a:xfrm>
                <a:custGeom>
                  <a:avLst/>
                  <a:gdLst>
                    <a:gd name="connsiteX0" fmla="*/ 0 w 3177376"/>
                    <a:gd name="connsiteY0" fmla="*/ 1407782 h 1414360"/>
                    <a:gd name="connsiteX1" fmla="*/ 2887926 w 3177376"/>
                    <a:gd name="connsiteY1" fmla="*/ 0 h 1414360"/>
                    <a:gd name="connsiteX2" fmla="*/ 3177376 w 3177376"/>
                    <a:gd name="connsiteY2" fmla="*/ 0 h 1414360"/>
                    <a:gd name="connsiteX3" fmla="*/ 861773 w 3177376"/>
                    <a:gd name="connsiteY3" fmla="*/ 1414360 h 1414360"/>
                    <a:gd name="connsiteX4" fmla="*/ 0 w 3177376"/>
                    <a:gd name="connsiteY4" fmla="*/ 1407782 h 1414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77376" h="1414360">
                      <a:moveTo>
                        <a:pt x="0" y="1407782"/>
                      </a:moveTo>
                      <a:lnTo>
                        <a:pt x="2887926" y="0"/>
                      </a:lnTo>
                      <a:lnTo>
                        <a:pt x="3177376" y="0"/>
                      </a:lnTo>
                      <a:lnTo>
                        <a:pt x="861773" y="1414360"/>
                      </a:lnTo>
                      <a:lnTo>
                        <a:pt x="0" y="140778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  <p:sp>
              <p:nvSpPr>
                <p:cNvPr id="16" name="任意多边形 40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2123728" y="2842650"/>
                  <a:ext cx="626428" cy="369629"/>
                </a:xfrm>
                <a:custGeom>
                  <a:avLst/>
                  <a:gdLst>
                    <a:gd name="connsiteX0" fmla="*/ 0 w 1868270"/>
                    <a:gd name="connsiteY0" fmla="*/ 1401203 h 1414360"/>
                    <a:gd name="connsiteX1" fmla="*/ 1591977 w 1868270"/>
                    <a:gd name="connsiteY1" fmla="*/ 0 h 1414360"/>
                    <a:gd name="connsiteX2" fmla="*/ 1868270 w 1868270"/>
                    <a:gd name="connsiteY2" fmla="*/ 6579 h 1414360"/>
                    <a:gd name="connsiteX3" fmla="*/ 855194 w 1868270"/>
                    <a:gd name="connsiteY3" fmla="*/ 1414360 h 1414360"/>
                    <a:gd name="connsiteX4" fmla="*/ 0 w 1868270"/>
                    <a:gd name="connsiteY4" fmla="*/ 1401203 h 1414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68270" h="1414360">
                      <a:moveTo>
                        <a:pt x="0" y="1401203"/>
                      </a:moveTo>
                      <a:lnTo>
                        <a:pt x="1591977" y="0"/>
                      </a:lnTo>
                      <a:lnTo>
                        <a:pt x="1868270" y="6579"/>
                      </a:lnTo>
                      <a:lnTo>
                        <a:pt x="855194" y="1414360"/>
                      </a:lnTo>
                      <a:lnTo>
                        <a:pt x="0" y="140120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3200"/>
                </a:p>
              </p:txBody>
            </p:sp>
          </p:grpSp>
        </p:grpSp>
      </p:grpSp>
      <p:grpSp>
        <p:nvGrpSpPr>
          <p:cNvPr id="37" name="组合 36"/>
          <p:cNvGrpSpPr/>
          <p:nvPr userDrawn="1">
            <p:custDataLst>
              <p:tags r:id="rId30"/>
            </p:custDataLst>
          </p:nvPr>
        </p:nvGrpSpPr>
        <p:grpSpPr>
          <a:xfrm>
            <a:off x="4142914" y="1413114"/>
            <a:ext cx="4063416" cy="4063416"/>
            <a:chOff x="3483329" y="1464078"/>
            <a:chExt cx="2298132" cy="2298132"/>
          </a:xfrm>
        </p:grpSpPr>
        <p:sp>
          <p:nvSpPr>
            <p:cNvPr id="38" name="椭圆 37"/>
            <p:cNvSpPr/>
            <p:nvPr>
              <p:custDataLst>
                <p:tags r:id="rId31"/>
              </p:custDataLst>
            </p:nvPr>
          </p:nvSpPr>
          <p:spPr>
            <a:xfrm>
              <a:off x="3572304" y="1553053"/>
              <a:ext cx="2120182" cy="212018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39" name="椭圆 38"/>
            <p:cNvSpPr/>
            <p:nvPr>
              <p:custDataLst>
                <p:tags r:id="rId32"/>
              </p:custDataLst>
            </p:nvPr>
          </p:nvSpPr>
          <p:spPr>
            <a:xfrm>
              <a:off x="3483329" y="1464078"/>
              <a:ext cx="2298132" cy="2298132"/>
            </a:xfrm>
            <a:prstGeom prst="ellipse">
              <a:avLst/>
            </a:prstGeom>
            <a:solidFill>
              <a:schemeClr val="accent1">
                <a:lumMod val="50000"/>
                <a:alpha val="46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3200">
                <a:solidFill>
                  <a:schemeClr val="bg1"/>
                </a:solidFill>
                <a:latin typeface="方正黑体简体" panose="03000509000000000000" pitchFamily="65" charset="-122"/>
                <a:ea typeface="方正黑体简体" panose="03000509000000000000" pitchFamily="65" charset="-122"/>
              </a:endParaRPr>
            </a:p>
          </p:txBody>
        </p:sp>
      </p:grpSp>
      <p:grpSp>
        <p:nvGrpSpPr>
          <p:cNvPr id="53" name="组合 52"/>
          <p:cNvGrpSpPr/>
          <p:nvPr userDrawn="1">
            <p:custDataLst>
              <p:tags r:id="rId33"/>
            </p:custDataLst>
          </p:nvPr>
        </p:nvGrpSpPr>
        <p:grpSpPr>
          <a:xfrm>
            <a:off x="4144819" y="1452484"/>
            <a:ext cx="4063416" cy="4063416"/>
            <a:chOff x="3483329" y="1464078"/>
            <a:chExt cx="2298132" cy="2298132"/>
          </a:xfrm>
        </p:grpSpPr>
        <p:sp>
          <p:nvSpPr>
            <p:cNvPr id="51" name="椭圆 50"/>
            <p:cNvSpPr/>
            <p:nvPr>
              <p:custDataLst>
                <p:tags r:id="rId34"/>
              </p:custDataLst>
            </p:nvPr>
          </p:nvSpPr>
          <p:spPr>
            <a:xfrm>
              <a:off x="3572304" y="1553053"/>
              <a:ext cx="2120182" cy="212018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3200"/>
            </a:p>
          </p:txBody>
        </p:sp>
        <p:sp>
          <p:nvSpPr>
            <p:cNvPr id="52" name="椭圆 51"/>
            <p:cNvSpPr/>
            <p:nvPr>
              <p:custDataLst>
                <p:tags r:id="rId35"/>
              </p:custDataLst>
            </p:nvPr>
          </p:nvSpPr>
          <p:spPr>
            <a:xfrm>
              <a:off x="3483329" y="1464078"/>
              <a:ext cx="2298132" cy="2298132"/>
            </a:xfrm>
            <a:prstGeom prst="ellipse">
              <a:avLst/>
            </a:prstGeom>
            <a:solidFill>
              <a:schemeClr val="accent1">
                <a:alpha val="46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p>
              <a:pPr algn="ctr"/>
              <a:endParaRPr lang="zh-CN" altLang="en-US" sz="3200">
                <a:solidFill>
                  <a:schemeClr val="bg1"/>
                </a:solidFill>
                <a:latin typeface="方正黑体简体" panose="03000509000000000000" pitchFamily="65" charset="-122"/>
                <a:ea typeface="方正黑体简体" panose="03000509000000000000" pitchFamily="65" charset="-122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36"/>
            </p:custDataLst>
          </p:nvPr>
        </p:nvSpPr>
        <p:spPr>
          <a:xfrm>
            <a:off x="4302138" y="2924944"/>
            <a:ext cx="3743821" cy="1246246"/>
          </a:xfrm>
        </p:spPr>
        <p:txBody>
          <a:bodyPr>
            <a:normAutofit/>
          </a:bodyPr>
          <a:lstStyle>
            <a:lvl1pPr algn="ctr">
              <a:defRPr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1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blipFill rotWithShape="1"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blipFill rotWithShape="1"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153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>
            <p:custDataLst>
              <p:tags r:id="rId2"/>
            </p:custDataLst>
          </p:nvPr>
        </p:nvSpPr>
        <p:spPr>
          <a:xfrm rot="16200000">
            <a:off x="8330565" y="-3672205"/>
            <a:ext cx="76200" cy="7655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3200"/>
          </a:p>
        </p:txBody>
      </p:sp>
      <p:sp>
        <p:nvSpPr>
          <p:cNvPr id="52" name="矩形 51"/>
          <p:cNvSpPr/>
          <p:nvPr>
            <p:custDataLst>
              <p:tags r:id="rId3"/>
            </p:custDataLst>
          </p:nvPr>
        </p:nvSpPr>
        <p:spPr>
          <a:xfrm rot="16200000">
            <a:off x="8318500" y="2868295"/>
            <a:ext cx="76200" cy="76765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3200"/>
          </a:p>
        </p:txBody>
      </p:sp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2400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 userDrawn="1">
            <p:custDataLst>
              <p:tags r:id="rId2"/>
            </p:custDataLst>
          </p:nvPr>
        </p:nvGrpSpPr>
        <p:grpSpPr>
          <a:xfrm>
            <a:off x="11233150" y="6035675"/>
            <a:ext cx="645795" cy="633730"/>
            <a:chOff x="3483329" y="1464078"/>
            <a:chExt cx="2298132" cy="2298132"/>
          </a:xfrm>
        </p:grpSpPr>
        <p:sp>
          <p:nvSpPr>
            <p:cNvPr id="38" name="椭圆 37"/>
            <p:cNvSpPr/>
            <p:nvPr>
              <p:custDataLst>
                <p:tags r:id="rId3"/>
              </p:custDataLst>
            </p:nvPr>
          </p:nvSpPr>
          <p:spPr>
            <a:xfrm>
              <a:off x="3572304" y="1553053"/>
              <a:ext cx="2120182" cy="212018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3200"/>
            </a:p>
          </p:txBody>
        </p:sp>
        <p:sp>
          <p:nvSpPr>
            <p:cNvPr id="39" name="椭圆 38"/>
            <p:cNvSpPr/>
            <p:nvPr>
              <p:custDataLst>
                <p:tags r:id="rId4"/>
              </p:custDataLst>
            </p:nvPr>
          </p:nvSpPr>
          <p:spPr>
            <a:xfrm>
              <a:off x="3483329" y="1464078"/>
              <a:ext cx="2298132" cy="2298132"/>
            </a:xfrm>
            <a:prstGeom prst="ellipse">
              <a:avLst/>
            </a:prstGeom>
            <a:solidFill>
              <a:schemeClr val="accent1">
                <a:lumMod val="50000"/>
                <a:alpha val="46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200">
                <a:solidFill>
                  <a:schemeClr val="bg1"/>
                </a:solidFill>
                <a:latin typeface="方正黑体简体" panose="03000509000000000000" pitchFamily="65" charset="-122"/>
                <a:ea typeface="方正黑体简体" panose="03000509000000000000" pitchFamily="65" charset="-122"/>
              </a:endParaRPr>
            </a:p>
          </p:txBody>
        </p:sp>
      </p:grpSp>
      <p:grpSp>
        <p:nvGrpSpPr>
          <p:cNvPr id="12" name="组合 11"/>
          <p:cNvGrpSpPr/>
          <p:nvPr userDrawn="1">
            <p:custDataLst>
              <p:tags r:id="rId5"/>
            </p:custDataLst>
          </p:nvPr>
        </p:nvGrpSpPr>
        <p:grpSpPr>
          <a:xfrm>
            <a:off x="11096625" y="5877560"/>
            <a:ext cx="136525" cy="133985"/>
            <a:chOff x="3483329" y="1464078"/>
            <a:chExt cx="2298132" cy="2298132"/>
          </a:xfrm>
        </p:grpSpPr>
        <p:sp>
          <p:nvSpPr>
            <p:cNvPr id="13" name="椭圆 12"/>
            <p:cNvSpPr/>
            <p:nvPr>
              <p:custDataLst>
                <p:tags r:id="rId6"/>
              </p:custDataLst>
            </p:nvPr>
          </p:nvSpPr>
          <p:spPr>
            <a:xfrm>
              <a:off x="3572304" y="1553053"/>
              <a:ext cx="2120182" cy="212018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3200"/>
            </a:p>
          </p:txBody>
        </p:sp>
        <p:sp>
          <p:nvSpPr>
            <p:cNvPr id="14" name="椭圆 13"/>
            <p:cNvSpPr/>
            <p:nvPr>
              <p:custDataLst>
                <p:tags r:id="rId7"/>
              </p:custDataLst>
            </p:nvPr>
          </p:nvSpPr>
          <p:spPr>
            <a:xfrm>
              <a:off x="3483329" y="1464078"/>
              <a:ext cx="2298132" cy="2298132"/>
            </a:xfrm>
            <a:prstGeom prst="ellipse">
              <a:avLst/>
            </a:prstGeom>
            <a:solidFill>
              <a:schemeClr val="accent1">
                <a:lumMod val="50000"/>
                <a:alpha val="46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200">
                <a:solidFill>
                  <a:schemeClr val="bg1"/>
                </a:solidFill>
                <a:latin typeface="方正黑体简体" panose="03000509000000000000" pitchFamily="65" charset="-122"/>
                <a:ea typeface="方正黑体简体" panose="03000509000000000000" pitchFamily="65" charset="-122"/>
              </a:endParaRPr>
            </a:p>
          </p:txBody>
        </p:sp>
      </p:grpSp>
      <p:grpSp>
        <p:nvGrpSpPr>
          <p:cNvPr id="16" name="组合 15"/>
          <p:cNvGrpSpPr/>
          <p:nvPr userDrawn="1">
            <p:custDataLst>
              <p:tags r:id="rId8"/>
            </p:custDataLst>
          </p:nvPr>
        </p:nvGrpSpPr>
        <p:grpSpPr>
          <a:xfrm>
            <a:off x="11496675" y="5661660"/>
            <a:ext cx="313690" cy="307975"/>
            <a:chOff x="3483329" y="1464078"/>
            <a:chExt cx="2298132" cy="2298132"/>
          </a:xfrm>
        </p:grpSpPr>
        <p:sp>
          <p:nvSpPr>
            <p:cNvPr id="17" name="椭圆 16"/>
            <p:cNvSpPr/>
            <p:nvPr>
              <p:custDataLst>
                <p:tags r:id="rId9"/>
              </p:custDataLst>
            </p:nvPr>
          </p:nvSpPr>
          <p:spPr>
            <a:xfrm>
              <a:off x="3572304" y="1553053"/>
              <a:ext cx="2120182" cy="212018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3200"/>
            </a:p>
          </p:txBody>
        </p:sp>
        <p:sp>
          <p:nvSpPr>
            <p:cNvPr id="18" name="椭圆 17"/>
            <p:cNvSpPr/>
            <p:nvPr>
              <p:custDataLst>
                <p:tags r:id="rId10"/>
              </p:custDataLst>
            </p:nvPr>
          </p:nvSpPr>
          <p:spPr>
            <a:xfrm>
              <a:off x="3483329" y="1464078"/>
              <a:ext cx="2298132" cy="2298132"/>
            </a:xfrm>
            <a:prstGeom prst="ellipse">
              <a:avLst/>
            </a:prstGeom>
            <a:solidFill>
              <a:schemeClr val="accent1">
                <a:lumMod val="50000"/>
                <a:alpha val="46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200">
                <a:solidFill>
                  <a:schemeClr val="bg1"/>
                </a:solidFill>
                <a:latin typeface="方正黑体简体" panose="03000509000000000000" pitchFamily="65" charset="-122"/>
                <a:ea typeface="方正黑体简体" panose="03000509000000000000" pitchFamily="65" charset="-122"/>
              </a:endParaRPr>
            </a:p>
          </p:txBody>
        </p:sp>
      </p:grpSp>
      <p:sp>
        <p:nvSpPr>
          <p:cNvPr id="10" name="矩形 9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24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240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2400">
              <a:sym typeface="+mn-ea"/>
            </a:endParaRPr>
          </a:p>
        </p:txBody>
      </p:sp>
      <p:grpSp>
        <p:nvGrpSpPr>
          <p:cNvPr id="19" name="组合 18"/>
          <p:cNvGrpSpPr/>
          <p:nvPr userDrawn="1">
            <p:custDataLst>
              <p:tags r:id="rId3"/>
            </p:custDataLst>
          </p:nvPr>
        </p:nvGrpSpPr>
        <p:grpSpPr>
          <a:xfrm>
            <a:off x="49530" y="6237605"/>
            <a:ext cx="911225" cy="210820"/>
            <a:chOff x="188" y="9298"/>
            <a:chExt cx="5452" cy="1102"/>
          </a:xfrm>
        </p:grpSpPr>
        <p:sp>
          <p:nvSpPr>
            <p:cNvPr id="14" name="任意多边形 13"/>
            <p:cNvSpPr/>
            <p:nvPr userDrawn="1">
              <p:custDataLst>
                <p:tags r:id="rId4"/>
              </p:custDataLst>
            </p:nvPr>
          </p:nvSpPr>
          <p:spPr>
            <a:xfrm>
              <a:off x="188" y="9298"/>
              <a:ext cx="2879" cy="1101"/>
            </a:xfrm>
            <a:custGeom>
              <a:avLst/>
              <a:gdLst>
                <a:gd name="connsiteX0" fmla="*/ 0 w 2132065"/>
                <a:gd name="connsiteY0" fmla="*/ 0 h 852826"/>
                <a:gd name="connsiteX1" fmla="*/ 1705652 w 2132065"/>
                <a:gd name="connsiteY1" fmla="*/ 0 h 852826"/>
                <a:gd name="connsiteX2" fmla="*/ 2132065 w 2132065"/>
                <a:gd name="connsiteY2" fmla="*/ 426413 h 852826"/>
                <a:gd name="connsiteX3" fmla="*/ 1705652 w 2132065"/>
                <a:gd name="connsiteY3" fmla="*/ 852826 h 852826"/>
                <a:gd name="connsiteX4" fmla="*/ 0 w 2132065"/>
                <a:gd name="connsiteY4" fmla="*/ 852826 h 852826"/>
                <a:gd name="connsiteX5" fmla="*/ 426413 w 2132065"/>
                <a:gd name="connsiteY5" fmla="*/ 426413 h 852826"/>
                <a:gd name="connsiteX6" fmla="*/ 0 w 2132065"/>
                <a:gd name="connsiteY6" fmla="*/ 0 h 85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32065" h="852826">
                  <a:moveTo>
                    <a:pt x="0" y="0"/>
                  </a:moveTo>
                  <a:lnTo>
                    <a:pt x="1705652" y="0"/>
                  </a:lnTo>
                  <a:lnTo>
                    <a:pt x="2132065" y="426413"/>
                  </a:lnTo>
                  <a:lnTo>
                    <a:pt x="1705652" y="852826"/>
                  </a:lnTo>
                  <a:lnTo>
                    <a:pt x="0" y="852826"/>
                  </a:lnTo>
                  <a:lnTo>
                    <a:pt x="426413" y="426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p>
              <a:pPr lvl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600" b="1" kern="1200" dirty="0">
                <a:solidFill>
                  <a:schemeClr val="bg1"/>
                </a:solidFill>
              </a:endParaRPr>
            </a:p>
          </p:txBody>
        </p:sp>
        <p:sp>
          <p:nvSpPr>
            <p:cNvPr id="6" name="任意多边形 5"/>
            <p:cNvSpPr/>
            <p:nvPr userDrawn="1">
              <p:custDataLst>
                <p:tags r:id="rId5"/>
              </p:custDataLst>
            </p:nvPr>
          </p:nvSpPr>
          <p:spPr>
            <a:xfrm>
              <a:off x="2761" y="9299"/>
              <a:ext cx="2879" cy="1101"/>
            </a:xfrm>
            <a:custGeom>
              <a:avLst/>
              <a:gdLst>
                <a:gd name="connsiteX0" fmla="*/ 0 w 2132065"/>
                <a:gd name="connsiteY0" fmla="*/ 0 h 852826"/>
                <a:gd name="connsiteX1" fmla="*/ 1705652 w 2132065"/>
                <a:gd name="connsiteY1" fmla="*/ 0 h 852826"/>
                <a:gd name="connsiteX2" fmla="*/ 2132065 w 2132065"/>
                <a:gd name="connsiteY2" fmla="*/ 426413 h 852826"/>
                <a:gd name="connsiteX3" fmla="*/ 1705652 w 2132065"/>
                <a:gd name="connsiteY3" fmla="*/ 852826 h 852826"/>
                <a:gd name="connsiteX4" fmla="*/ 0 w 2132065"/>
                <a:gd name="connsiteY4" fmla="*/ 852826 h 852826"/>
                <a:gd name="connsiteX5" fmla="*/ 426413 w 2132065"/>
                <a:gd name="connsiteY5" fmla="*/ 426413 h 852826"/>
                <a:gd name="connsiteX6" fmla="*/ 0 w 2132065"/>
                <a:gd name="connsiteY6" fmla="*/ 0 h 85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32065" h="852826">
                  <a:moveTo>
                    <a:pt x="0" y="0"/>
                  </a:moveTo>
                  <a:lnTo>
                    <a:pt x="1705652" y="0"/>
                  </a:lnTo>
                  <a:lnTo>
                    <a:pt x="2132065" y="426413"/>
                  </a:lnTo>
                  <a:lnTo>
                    <a:pt x="1705652" y="852826"/>
                  </a:lnTo>
                  <a:lnTo>
                    <a:pt x="0" y="852826"/>
                  </a:lnTo>
                  <a:lnTo>
                    <a:pt x="426413" y="426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p>
              <a:pPr lvl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600" b="1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组合 23"/>
          <p:cNvGrpSpPr/>
          <p:nvPr userDrawn="1">
            <p:custDataLst>
              <p:tags r:id="rId6"/>
            </p:custDataLst>
          </p:nvPr>
        </p:nvGrpSpPr>
        <p:grpSpPr>
          <a:xfrm flipH="1">
            <a:off x="10909935" y="764540"/>
            <a:ext cx="1243330" cy="252095"/>
            <a:chOff x="188" y="9298"/>
            <a:chExt cx="5452" cy="1102"/>
          </a:xfrm>
        </p:grpSpPr>
        <p:sp>
          <p:nvSpPr>
            <p:cNvPr id="25" name="任意多边形 24"/>
            <p:cNvSpPr/>
            <p:nvPr userDrawn="1">
              <p:custDataLst>
                <p:tags r:id="rId7"/>
              </p:custDataLst>
            </p:nvPr>
          </p:nvSpPr>
          <p:spPr>
            <a:xfrm>
              <a:off x="188" y="9298"/>
              <a:ext cx="2879" cy="1101"/>
            </a:xfrm>
            <a:custGeom>
              <a:avLst/>
              <a:gdLst>
                <a:gd name="connsiteX0" fmla="*/ 0 w 2132065"/>
                <a:gd name="connsiteY0" fmla="*/ 0 h 852826"/>
                <a:gd name="connsiteX1" fmla="*/ 1705652 w 2132065"/>
                <a:gd name="connsiteY1" fmla="*/ 0 h 852826"/>
                <a:gd name="connsiteX2" fmla="*/ 2132065 w 2132065"/>
                <a:gd name="connsiteY2" fmla="*/ 426413 h 852826"/>
                <a:gd name="connsiteX3" fmla="*/ 1705652 w 2132065"/>
                <a:gd name="connsiteY3" fmla="*/ 852826 h 852826"/>
                <a:gd name="connsiteX4" fmla="*/ 0 w 2132065"/>
                <a:gd name="connsiteY4" fmla="*/ 852826 h 852826"/>
                <a:gd name="connsiteX5" fmla="*/ 426413 w 2132065"/>
                <a:gd name="connsiteY5" fmla="*/ 426413 h 852826"/>
                <a:gd name="connsiteX6" fmla="*/ 0 w 2132065"/>
                <a:gd name="connsiteY6" fmla="*/ 0 h 85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32065" h="852826">
                  <a:moveTo>
                    <a:pt x="0" y="0"/>
                  </a:moveTo>
                  <a:lnTo>
                    <a:pt x="1705652" y="0"/>
                  </a:lnTo>
                  <a:lnTo>
                    <a:pt x="2132065" y="426413"/>
                  </a:lnTo>
                  <a:lnTo>
                    <a:pt x="1705652" y="852826"/>
                  </a:lnTo>
                  <a:lnTo>
                    <a:pt x="0" y="852826"/>
                  </a:lnTo>
                  <a:lnTo>
                    <a:pt x="426413" y="426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p>
              <a:pPr lvl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600" b="1" kern="1200" dirty="0">
                <a:solidFill>
                  <a:schemeClr val="bg1"/>
                </a:solidFill>
              </a:endParaRPr>
            </a:p>
          </p:txBody>
        </p:sp>
        <p:sp>
          <p:nvSpPr>
            <p:cNvPr id="26" name="任意多边形 25"/>
            <p:cNvSpPr/>
            <p:nvPr userDrawn="1">
              <p:custDataLst>
                <p:tags r:id="rId8"/>
              </p:custDataLst>
            </p:nvPr>
          </p:nvSpPr>
          <p:spPr>
            <a:xfrm>
              <a:off x="2761" y="9299"/>
              <a:ext cx="2879" cy="1101"/>
            </a:xfrm>
            <a:custGeom>
              <a:avLst/>
              <a:gdLst>
                <a:gd name="connsiteX0" fmla="*/ 0 w 2132065"/>
                <a:gd name="connsiteY0" fmla="*/ 0 h 852826"/>
                <a:gd name="connsiteX1" fmla="*/ 1705652 w 2132065"/>
                <a:gd name="connsiteY1" fmla="*/ 0 h 852826"/>
                <a:gd name="connsiteX2" fmla="*/ 2132065 w 2132065"/>
                <a:gd name="connsiteY2" fmla="*/ 426413 h 852826"/>
                <a:gd name="connsiteX3" fmla="*/ 1705652 w 2132065"/>
                <a:gd name="connsiteY3" fmla="*/ 852826 h 852826"/>
                <a:gd name="connsiteX4" fmla="*/ 0 w 2132065"/>
                <a:gd name="connsiteY4" fmla="*/ 852826 h 852826"/>
                <a:gd name="connsiteX5" fmla="*/ 426413 w 2132065"/>
                <a:gd name="connsiteY5" fmla="*/ 426413 h 852826"/>
                <a:gd name="connsiteX6" fmla="*/ 0 w 2132065"/>
                <a:gd name="connsiteY6" fmla="*/ 0 h 85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32065" h="852826">
                  <a:moveTo>
                    <a:pt x="0" y="0"/>
                  </a:moveTo>
                  <a:lnTo>
                    <a:pt x="1705652" y="0"/>
                  </a:lnTo>
                  <a:lnTo>
                    <a:pt x="2132065" y="426413"/>
                  </a:lnTo>
                  <a:lnTo>
                    <a:pt x="1705652" y="852826"/>
                  </a:lnTo>
                  <a:lnTo>
                    <a:pt x="0" y="852826"/>
                  </a:lnTo>
                  <a:lnTo>
                    <a:pt x="426413" y="426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p>
              <a:pPr lvl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600" b="1" kern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腰带">
    <p:bg>
      <p:bgPr>
        <a:blipFill rotWithShape="1"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-1270" y="98081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2400">
              <a:sym typeface="+mn-ea"/>
            </a:endParaRPr>
          </a:p>
        </p:txBody>
      </p:sp>
      <p:cxnSp>
        <p:nvCxnSpPr>
          <p:cNvPr id="6" name="直接连接符 5"/>
          <p:cNvCxnSpPr/>
          <p:nvPr userDrawn="1">
            <p:custDataLst>
              <p:tags r:id="rId4"/>
            </p:custDataLst>
          </p:nvPr>
        </p:nvCxnSpPr>
        <p:spPr>
          <a:xfrm>
            <a:off x="1657245" y="3725995"/>
            <a:ext cx="8877513" cy="0"/>
          </a:xfrm>
          <a:prstGeom prst="line">
            <a:avLst/>
          </a:prstGeom>
          <a:ln w="28575">
            <a:gradFill flip="none" rotWithShape="1">
              <a:gsLst>
                <a:gs pos="1000">
                  <a:schemeClr val="accent1">
                    <a:lumMod val="5000"/>
                    <a:lumOff val="95000"/>
                    <a:alpha val="0"/>
                  </a:schemeClr>
                </a:gs>
                <a:gs pos="60000">
                  <a:schemeClr val="bg1"/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3505902"/>
            <a:ext cx="5019670" cy="335209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751138" y="0"/>
            <a:ext cx="3440862" cy="3048565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/>
          <p:nvPr>
            <p:ph type="ctrTitle" idx="1" hasCustomPrompt="1"/>
            <p:custDataLst>
              <p:tags r:id="rId8"/>
            </p:custDataLst>
          </p:nvPr>
        </p:nvSpPr>
        <p:spPr>
          <a:xfrm>
            <a:off x="1987550" y="1763277"/>
            <a:ext cx="8216900" cy="1108075"/>
          </a:xfrm>
        </p:spPr>
        <p:txBody>
          <a:bodyPr vert="horz" wrap="square" lIns="101600" tIns="38100" rIns="76200" bIns="38100" rtlCol="0" anchor="b" anchorCtr="0">
            <a:normAutofit/>
          </a:bodyPr>
          <a:lstStyle>
            <a:lvl1pPr marL="0" marR="0" algn="ctr" defTabSz="6096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5900" b="1" i="0" u="none" strike="noStrike" kern="100" cap="none" spc="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文黑-85简" panose="00020600040101010101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4" name="副标题 2"/>
          <p:cNvSpPr/>
          <p:nvPr>
            <p:ph type="subTitle" idx="2" hasCustomPrompt="1"/>
            <p:custDataLst>
              <p:tags r:id="rId9"/>
            </p:custDataLst>
          </p:nvPr>
        </p:nvSpPr>
        <p:spPr>
          <a:xfrm>
            <a:off x="1987550" y="2909452"/>
            <a:ext cx="8216900" cy="544941"/>
          </a:xfrm>
        </p:spPr>
        <p:txBody>
          <a:bodyPr vert="horz" wrap="square" lIns="101600" tIns="0" rIns="82550" bIns="0" rtlCol="0" anchor="ctr">
            <a:normAutofit/>
          </a:bodyPr>
          <a:lstStyle>
            <a:lvl1pPr marL="0" marR="0" indent="-22860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2400" b="0" i="0" u="none" strike="noStrike" kern="1200" cap="none" spc="800" normalizeH="0" baseline="0" noProof="1" dirty="0">
                <a:solidFill>
                  <a:schemeClr val="accent1">
                    <a:lumMod val="20000"/>
                    <a:lumOff val="80000"/>
                  </a:schemeClr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-5400"/>
            <a:ext cx="512195" cy="68751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25354" y="-16510"/>
            <a:ext cx="1088858" cy="121177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3519335"/>
            <a:ext cx="5018820" cy="3338665"/>
          </a:xfrm>
          <a:prstGeom prst="rect">
            <a:avLst/>
          </a:prstGeom>
        </p:spPr>
      </p:pic>
      <p:pic>
        <p:nvPicPr>
          <p:cNvPr id="7" name="图片 6"/>
          <p:cNvPicPr/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769387" y="0"/>
            <a:ext cx="3422613" cy="3049413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5"/>
          <p:cNvSpPr/>
          <p:nvPr>
            <p:ph type="ctrTitle" idx="1" hasCustomPrompt="1"/>
            <p:custDataLst>
              <p:tags r:id="rId8"/>
            </p:custDataLst>
          </p:nvPr>
        </p:nvSpPr>
        <p:spPr>
          <a:xfrm>
            <a:off x="1987545" y="3004620"/>
            <a:ext cx="8216910" cy="1208154"/>
          </a:xfr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7200" b="0" i="0" u="none" strike="noStrike" kern="0" cap="none" spc="7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文黑-85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-5400"/>
            <a:ext cx="512195" cy="687513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25354" y="-16510"/>
            <a:ext cx="1088858" cy="121177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图片 10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-5400"/>
            <a:ext cx="512195" cy="687513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25354" y="-16510"/>
            <a:ext cx="1088858" cy="121177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0" y="-4127"/>
            <a:ext cx="12192000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808" y="4127"/>
            <a:ext cx="4725079" cy="685831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941" y="844410"/>
            <a:ext cx="8399946" cy="51755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-5400"/>
            <a:ext cx="512195" cy="687513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25354" y="-16510"/>
            <a:ext cx="1088858" cy="121177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-5400"/>
            <a:ext cx="512195" cy="68751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25354" y="-16510"/>
            <a:ext cx="1088858" cy="1211777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-5400"/>
            <a:ext cx="512195" cy="687513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25354" y="-16510"/>
            <a:ext cx="1088858" cy="1211777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28575"/>
            <a:ext cx="12192000" cy="6858000"/>
          </a:xfrm>
          <a:prstGeom prst="rect">
            <a:avLst/>
          </a:prstGeom>
        </p:spPr>
      </p:pic>
      <p:pic>
        <p:nvPicPr>
          <p:cNvPr id="7" name="图片 6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77844" y="0"/>
            <a:ext cx="1304631" cy="1312518"/>
          </a:xfrm>
          <a:prstGeom prst="rect">
            <a:avLst/>
          </a:prstGeom>
        </p:spPr>
      </p:pic>
      <p:pic>
        <p:nvPicPr>
          <p:cNvPr id="2" name="图片 1"/>
          <p:cNvPicPr/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 rot="10800000">
            <a:off x="10861990" y="5526627"/>
            <a:ext cx="1341440" cy="135296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-12700"/>
            <a:ext cx="4243537" cy="6052553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1"/>
          <p:cNvSpPr/>
          <p:nvPr>
            <p:ph type="title" idx="1" hasCustomPrompt="1"/>
            <p:custDataLst>
              <p:tags r:id="rId10"/>
            </p:custDataLst>
          </p:nvPr>
        </p:nvSpPr>
        <p:spPr>
          <a:xfrm>
            <a:off x="2144395" y="2379215"/>
            <a:ext cx="7903197" cy="1367324"/>
          </a:xfrm>
          <a:noFill/>
        </p:spPr>
        <p:txBody>
          <a:bodyPr vert="horz" wrap="square" lIns="101600" tIns="38100" rIns="76200" bIns="381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7900" b="1" i="0" u="none" strike="noStrike" kern="1200" cap="none" spc="1000" normalizeH="0" baseline="0" noProof="1" dirty="0">
                <a:solidFill>
                  <a:schemeClr val="lt1"/>
                </a:solidFill>
                <a:uFillTx/>
                <a:latin typeface="Arial" panose="020B0604020202020204" pitchFamily="34" charset="0"/>
                <a:ea typeface="汉仪文黑-85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10" name="文本占位符 3"/>
          <p:cNvSpPr/>
          <p:nvPr>
            <p:ph type="body" idx="2" hasCustomPrompt="1"/>
            <p:custDataLst>
              <p:tags r:id="rId11"/>
            </p:custDataLst>
          </p:nvPr>
        </p:nvSpPr>
        <p:spPr>
          <a:xfrm>
            <a:off x="3674745" y="3924974"/>
            <a:ext cx="4842497" cy="553812"/>
          </a:xfrm>
          <a:noFill/>
          <a:ln>
            <a:noFill/>
          </a:ln>
        </p:spPr>
        <p:txBody>
          <a:bodyPr vert="horz" wrap="square" lIns="101600" tIns="38100" rIns="76200" bIns="38100" rtlCol="0" anchor="t" anchorCtr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2800" b="0" i="0" u="none" strike="noStrike" kern="1200" cap="none" spc="300" normalizeH="0" baseline="0" noProof="1" dirty="0">
                <a:solidFill>
                  <a:schemeClr val="accent1">
                    <a:lumMod val="20000"/>
                    <a:lumOff val="80000"/>
                  </a:schemeClr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-5400"/>
            <a:ext cx="512195" cy="687513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25354" y="-16510"/>
            <a:ext cx="1088858" cy="121177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-5400"/>
            <a:ext cx="512195" cy="687513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125354" y="-16510"/>
            <a:ext cx="1088858" cy="121177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125354" y="-16510"/>
            <a:ext cx="1088858" cy="121177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-5400"/>
            <a:ext cx="512195" cy="687513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0" y="5040631"/>
            <a:ext cx="12192000" cy="1828799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-5400"/>
            <a:ext cx="512195" cy="687513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2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-5400"/>
            <a:ext cx="512195" cy="687513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3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4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-5400"/>
            <a:ext cx="512195" cy="687513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125354" y="-16510"/>
            <a:ext cx="1088858" cy="121177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7" Type="http://schemas.openxmlformats.org/officeDocument/2006/relationships/theme" Target="../theme/theme2.xml"/><Relationship Id="rId26" Type="http://schemas.openxmlformats.org/officeDocument/2006/relationships/tags" Target="../tags/tag168.xml"/><Relationship Id="rId25" Type="http://schemas.openxmlformats.org/officeDocument/2006/relationships/tags" Target="../tags/tag167.xml"/><Relationship Id="rId24" Type="http://schemas.openxmlformats.org/officeDocument/2006/relationships/tags" Target="../tags/tag166.xml"/><Relationship Id="rId23" Type="http://schemas.openxmlformats.org/officeDocument/2006/relationships/tags" Target="../tags/tag165.xml"/><Relationship Id="rId22" Type="http://schemas.openxmlformats.org/officeDocument/2006/relationships/tags" Target="../tags/tag164.xml"/><Relationship Id="rId21" Type="http://schemas.openxmlformats.org/officeDocument/2006/relationships/tags" Target="../tags/tag163.xml"/><Relationship Id="rId20" Type="http://schemas.openxmlformats.org/officeDocument/2006/relationships/tags" Target="../tags/tag162.xml"/><Relationship Id="rId2" Type="http://schemas.openxmlformats.org/officeDocument/2006/relationships/slideLayout" Target="../slideLayouts/slideLayout14.xml"/><Relationship Id="rId19" Type="http://schemas.openxmlformats.org/officeDocument/2006/relationships/image" Target="../media/image2.jpeg"/><Relationship Id="rId18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2" Type="http://schemas.openxmlformats.org/officeDocument/2006/relationships/theme" Target="../theme/theme3.xml"/><Relationship Id="rId21" Type="http://schemas.openxmlformats.org/officeDocument/2006/relationships/tags" Target="../tags/tag270.xml"/><Relationship Id="rId20" Type="http://schemas.openxmlformats.org/officeDocument/2006/relationships/tags" Target="../tags/tag269.xml"/><Relationship Id="rId2" Type="http://schemas.openxmlformats.org/officeDocument/2006/relationships/slideLayout" Target="../slideLayouts/slideLayout32.xml"/><Relationship Id="rId19" Type="http://schemas.openxmlformats.org/officeDocument/2006/relationships/tags" Target="../tags/tag268.xml"/><Relationship Id="rId18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桌子, 室内, 灯光, 笔记本&#10;&#10;描述已自动生成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5" fmla="*/ 336550 w 12192000"/>
              <a:gd name="connsiteY5" fmla="*/ 317500 h 6858000"/>
              <a:gd name="connsiteX6" fmla="*/ 336550 w 12192000"/>
              <a:gd name="connsiteY6" fmla="*/ 6540500 h 6858000"/>
              <a:gd name="connsiteX7" fmla="*/ 11855450 w 12192000"/>
              <a:gd name="connsiteY7" fmla="*/ 6540500 h 6858000"/>
              <a:gd name="connsiteX8" fmla="*/ 11855450 w 12192000"/>
              <a:gd name="connsiteY8" fmla="*/ 317500 h 6858000"/>
              <a:gd name="connsiteX9" fmla="*/ 336550 w 12192000"/>
              <a:gd name="connsiteY9" fmla="*/ 3175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336550" y="317500"/>
                </a:moveTo>
                <a:lnTo>
                  <a:pt x="336550" y="6540500"/>
                </a:lnTo>
                <a:lnTo>
                  <a:pt x="11855450" y="6540500"/>
                </a:lnTo>
                <a:lnTo>
                  <a:pt x="11855450" y="317500"/>
                </a:lnTo>
                <a:lnTo>
                  <a:pt x="336550" y="31750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9DBDF">
                  <a:alpha val="90000"/>
                </a:srgbClr>
              </a:gs>
              <a:gs pos="100000">
                <a:srgbClr val="22129A">
                  <a:alpha val="9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330200" y="310430"/>
            <a:ext cx="11531600" cy="6273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4244885" y="405825"/>
            <a:ext cx="3702231" cy="523220"/>
            <a:chOff x="4244885" y="405825"/>
            <a:chExt cx="3702231" cy="523220"/>
          </a:xfrm>
        </p:grpSpPr>
        <p:sp>
          <p:nvSpPr>
            <p:cNvPr id="4" name="文本框 3"/>
            <p:cNvSpPr txBox="1"/>
            <p:nvPr/>
          </p:nvSpPr>
          <p:spPr>
            <a:xfrm>
              <a:off x="4894717" y="405825"/>
              <a:ext cx="240256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dirty="0">
                  <a:gradFill>
                    <a:gsLst>
                      <a:gs pos="0">
                        <a:srgbClr val="29DBDF">
                          <a:alpha val="90000"/>
                        </a:srgbClr>
                      </a:gs>
                      <a:gs pos="100000">
                        <a:srgbClr val="22129A">
                          <a:alpha val="90000"/>
                        </a:srgbClr>
                      </a:gs>
                    </a:gsLst>
                    <a:lin ang="10800000" scaled="1"/>
                  </a:gradFill>
                  <a:latin typeface="汉仪雅酷黑 75W" panose="020B0804020202020204" pitchFamily="34" charset="-122"/>
                  <a:ea typeface="汉仪雅酷黑 75W" panose="020B0804020202020204" pitchFamily="34" charset="-122"/>
                </a:rPr>
                <a:t>添加您的标题</a:t>
              </a:r>
              <a:endParaRPr lang="zh-CN" altLang="en-US" sz="2800" dirty="0">
                <a:gradFill>
                  <a:gsLst>
                    <a:gs pos="0">
                      <a:srgbClr val="29DBDF">
                        <a:alpha val="90000"/>
                      </a:srgbClr>
                    </a:gs>
                    <a:gs pos="100000">
                      <a:srgbClr val="22129A">
                        <a:alpha val="90000"/>
                      </a:srgbClr>
                    </a:gs>
                  </a:gsLst>
                  <a:lin ang="10800000" scaled="1"/>
                </a:gradFill>
                <a:latin typeface="汉仪雅酷黑 75W" panose="020B0804020202020204" pitchFamily="34" charset="-122"/>
                <a:ea typeface="汉仪雅酷黑 75W" panose="020B0804020202020204" pitchFamily="34" charset="-122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4244885" y="502300"/>
              <a:ext cx="516346" cy="330270"/>
              <a:chOff x="4092485" y="469830"/>
              <a:chExt cx="516346" cy="456764"/>
            </a:xfrm>
            <a:gradFill>
              <a:gsLst>
                <a:gs pos="16000">
                  <a:srgbClr val="115DAC"/>
                </a:gs>
                <a:gs pos="100000">
                  <a:schemeClr val="bg1">
                    <a:alpha val="66000"/>
                  </a:schemeClr>
                </a:gs>
              </a:gsLst>
              <a:lin ang="10800000" scaled="1"/>
            </a:gradFill>
          </p:grpSpPr>
          <p:sp>
            <p:nvSpPr>
              <p:cNvPr id="9" name="箭头: V 形 8"/>
              <p:cNvSpPr/>
              <p:nvPr/>
            </p:nvSpPr>
            <p:spPr>
              <a:xfrm>
                <a:off x="4316443" y="469830"/>
                <a:ext cx="292388" cy="456764"/>
              </a:xfrm>
              <a:prstGeom prst="chevron">
                <a:avLst/>
              </a:prstGeom>
              <a:gradFill>
                <a:gsLst>
                  <a:gs pos="0">
                    <a:srgbClr val="29DBDF">
                      <a:alpha val="90000"/>
                    </a:srgbClr>
                  </a:gs>
                  <a:gs pos="100000">
                    <a:srgbClr val="22129A">
                      <a:alpha val="90000"/>
                    </a:srgb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10" name="箭头: V 形 9"/>
              <p:cNvSpPr/>
              <p:nvPr/>
            </p:nvSpPr>
            <p:spPr>
              <a:xfrm>
                <a:off x="4092485" y="469830"/>
                <a:ext cx="292388" cy="456764"/>
              </a:xfrm>
              <a:prstGeom prst="chevron">
                <a:avLst/>
              </a:prstGeom>
              <a:gradFill>
                <a:gsLst>
                  <a:gs pos="0">
                    <a:srgbClr val="29DBDF">
                      <a:alpha val="90000"/>
                    </a:srgbClr>
                  </a:gs>
                  <a:gs pos="100000">
                    <a:srgbClr val="22129A">
                      <a:alpha val="90000"/>
                    </a:srgb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 flipH="1">
              <a:off x="7430770" y="502300"/>
              <a:ext cx="516346" cy="330270"/>
              <a:chOff x="4092485" y="469830"/>
              <a:chExt cx="516346" cy="456764"/>
            </a:xfrm>
            <a:gradFill>
              <a:gsLst>
                <a:gs pos="16000">
                  <a:srgbClr val="115DAC"/>
                </a:gs>
                <a:gs pos="100000">
                  <a:schemeClr val="bg1">
                    <a:alpha val="66000"/>
                  </a:schemeClr>
                </a:gs>
              </a:gsLst>
              <a:lin ang="10800000" scaled="1"/>
            </a:gradFill>
          </p:grpSpPr>
          <p:sp>
            <p:nvSpPr>
              <p:cNvPr id="7" name="箭头: V 形 6"/>
              <p:cNvSpPr/>
              <p:nvPr/>
            </p:nvSpPr>
            <p:spPr>
              <a:xfrm>
                <a:off x="4316443" y="469830"/>
                <a:ext cx="292388" cy="456764"/>
              </a:xfrm>
              <a:prstGeom prst="chevron">
                <a:avLst/>
              </a:prstGeom>
              <a:gradFill>
                <a:gsLst>
                  <a:gs pos="0">
                    <a:srgbClr val="29DBDF">
                      <a:alpha val="90000"/>
                    </a:srgbClr>
                  </a:gs>
                  <a:gs pos="100000">
                    <a:srgbClr val="22129A">
                      <a:alpha val="90000"/>
                    </a:srgb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8" name="箭头: V 形 7"/>
              <p:cNvSpPr/>
              <p:nvPr/>
            </p:nvSpPr>
            <p:spPr>
              <a:xfrm>
                <a:off x="4092485" y="469830"/>
                <a:ext cx="292388" cy="456764"/>
              </a:xfrm>
              <a:prstGeom prst="chevron">
                <a:avLst/>
              </a:prstGeom>
              <a:gradFill>
                <a:gsLst>
                  <a:gs pos="0">
                    <a:srgbClr val="29DBDF">
                      <a:alpha val="90000"/>
                    </a:srgbClr>
                  </a:gs>
                  <a:gs pos="100000">
                    <a:srgbClr val="22129A">
                      <a:alpha val="90000"/>
                    </a:srgb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1"/>
          <p:cNvSpPr/>
          <p:nvPr>
            <p:custDataLst>
              <p:tags r:id="rId20"/>
            </p:custDataLst>
          </p:nvPr>
        </p:nvSpPr>
        <p:spPr>
          <a:xfrm>
            <a:off x="0" y="692696"/>
            <a:ext cx="695399" cy="576066"/>
          </a:xfrm>
          <a:custGeom>
            <a:avLst/>
            <a:gdLst/>
            <a:ahLst/>
            <a:cxnLst/>
            <a:rect l="l" t="t" r="r" b="b"/>
            <a:pathLst>
              <a:path w="1214627" h="504056">
                <a:moveTo>
                  <a:pt x="0" y="0"/>
                </a:moveTo>
                <a:lnTo>
                  <a:pt x="1043608" y="0"/>
                </a:lnTo>
                <a:lnTo>
                  <a:pt x="1043608" y="81009"/>
                </a:lnTo>
                <a:cubicBezTo>
                  <a:pt x="1138059" y="81009"/>
                  <a:pt x="1214627" y="157577"/>
                  <a:pt x="1214627" y="252028"/>
                </a:cubicBezTo>
                <a:cubicBezTo>
                  <a:pt x="1214627" y="346479"/>
                  <a:pt x="1138059" y="423047"/>
                  <a:pt x="1043608" y="423047"/>
                </a:cubicBezTo>
                <a:lnTo>
                  <a:pt x="1043608" y="504056"/>
                </a:lnTo>
                <a:lnTo>
                  <a:pt x="0" y="504056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735" dirty="0">
              <a:solidFill>
                <a:sysClr val="windowText" lastClr="000000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l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72.xml"/><Relationship Id="rId1" Type="http://schemas.openxmlformats.org/officeDocument/2006/relationships/tags" Target="../tags/tag27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75.xml"/><Relationship Id="rId2" Type="http://schemas.openxmlformats.org/officeDocument/2006/relationships/tags" Target="../tags/tag274.xml"/><Relationship Id="rId1" Type="http://schemas.openxmlformats.org/officeDocument/2006/relationships/tags" Target="../tags/tag273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9.xml"/><Relationship Id="rId5" Type="http://schemas.openxmlformats.org/officeDocument/2006/relationships/tags" Target="../tags/tag278.xml"/><Relationship Id="rId4" Type="http://schemas.openxmlformats.org/officeDocument/2006/relationships/image" Target="../media/image19.png"/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282.xml"/><Relationship Id="rId3" Type="http://schemas.openxmlformats.org/officeDocument/2006/relationships/tags" Target="../tags/tag281.xml"/><Relationship Id="rId2" Type="http://schemas.openxmlformats.org/officeDocument/2006/relationships/tags" Target="../tags/tag280.xml"/><Relationship Id="rId1" Type="http://schemas.openxmlformats.org/officeDocument/2006/relationships/tags" Target="../tags/tag27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tags" Target="../tags/tag288.xml"/><Relationship Id="rId7" Type="http://schemas.openxmlformats.org/officeDocument/2006/relationships/image" Target="../media/image20.png"/><Relationship Id="rId6" Type="http://schemas.openxmlformats.org/officeDocument/2006/relationships/tags" Target="../tags/tag287.xml"/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9.xml"/><Relationship Id="rId15" Type="http://schemas.openxmlformats.org/officeDocument/2006/relationships/tags" Target="../tags/tag291.xml"/><Relationship Id="rId14" Type="http://schemas.openxmlformats.org/officeDocument/2006/relationships/image" Target="../media/image24.png"/><Relationship Id="rId13" Type="http://schemas.openxmlformats.org/officeDocument/2006/relationships/image" Target="../media/image23.png"/><Relationship Id="rId12" Type="http://schemas.openxmlformats.org/officeDocument/2006/relationships/tags" Target="../tags/tag290.xml"/><Relationship Id="rId11" Type="http://schemas.openxmlformats.org/officeDocument/2006/relationships/image" Target="../media/image22.png"/><Relationship Id="rId10" Type="http://schemas.openxmlformats.org/officeDocument/2006/relationships/tags" Target="../tags/tag289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tags" Target="../tags/tag297.xml"/><Relationship Id="rId7" Type="http://schemas.openxmlformats.org/officeDocument/2006/relationships/image" Target="../media/image25.png"/><Relationship Id="rId6" Type="http://schemas.openxmlformats.org/officeDocument/2006/relationships/tags" Target="../tags/tag296.xml"/><Relationship Id="rId5" Type="http://schemas.openxmlformats.org/officeDocument/2006/relationships/tags" Target="../tags/tag295.xml"/><Relationship Id="rId4" Type="http://schemas.openxmlformats.org/officeDocument/2006/relationships/tags" Target="../tags/tag294.xml"/><Relationship Id="rId3" Type="http://schemas.openxmlformats.org/officeDocument/2006/relationships/tags" Target="../tags/tag293.xml"/><Relationship Id="rId2" Type="http://schemas.openxmlformats.org/officeDocument/2006/relationships/tags" Target="../tags/tag292.xml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19.xml"/><Relationship Id="rId14" Type="http://schemas.openxmlformats.org/officeDocument/2006/relationships/tags" Target="../tags/tag300.xml"/><Relationship Id="rId13" Type="http://schemas.openxmlformats.org/officeDocument/2006/relationships/image" Target="../media/image28.png"/><Relationship Id="rId12" Type="http://schemas.openxmlformats.org/officeDocument/2006/relationships/tags" Target="../tags/tag299.xml"/><Relationship Id="rId11" Type="http://schemas.openxmlformats.org/officeDocument/2006/relationships/image" Target="../media/image27.png"/><Relationship Id="rId10" Type="http://schemas.openxmlformats.org/officeDocument/2006/relationships/tags" Target="../tags/tag298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tags" Target="../tags/tag306.xml"/><Relationship Id="rId7" Type="http://schemas.openxmlformats.org/officeDocument/2006/relationships/image" Target="../media/image29.png"/><Relationship Id="rId6" Type="http://schemas.openxmlformats.org/officeDocument/2006/relationships/tags" Target="../tags/tag305.xml"/><Relationship Id="rId5" Type="http://schemas.openxmlformats.org/officeDocument/2006/relationships/tags" Target="../tags/tag304.xml"/><Relationship Id="rId4" Type="http://schemas.openxmlformats.org/officeDocument/2006/relationships/tags" Target="../tags/tag303.xml"/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19.xml"/><Relationship Id="rId14" Type="http://schemas.openxmlformats.org/officeDocument/2006/relationships/tags" Target="../tags/tag308.xml"/><Relationship Id="rId13" Type="http://schemas.openxmlformats.org/officeDocument/2006/relationships/image" Target="../media/image33.png"/><Relationship Id="rId12" Type="http://schemas.openxmlformats.org/officeDocument/2006/relationships/image" Target="../media/image32.png"/><Relationship Id="rId11" Type="http://schemas.openxmlformats.org/officeDocument/2006/relationships/image" Target="../media/image31.png"/><Relationship Id="rId10" Type="http://schemas.openxmlformats.org/officeDocument/2006/relationships/tags" Target="../tags/tag307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tags" Target="../tags/tag314.xml"/><Relationship Id="rId7" Type="http://schemas.openxmlformats.org/officeDocument/2006/relationships/image" Target="../media/image34.png"/><Relationship Id="rId6" Type="http://schemas.openxmlformats.org/officeDocument/2006/relationships/tags" Target="../tags/tag313.xml"/><Relationship Id="rId5" Type="http://schemas.openxmlformats.org/officeDocument/2006/relationships/tags" Target="../tags/tag312.xml"/><Relationship Id="rId4" Type="http://schemas.openxmlformats.org/officeDocument/2006/relationships/tags" Target="../tags/tag311.xml"/><Relationship Id="rId3" Type="http://schemas.openxmlformats.org/officeDocument/2006/relationships/tags" Target="../tags/tag310.xml"/><Relationship Id="rId24" Type="http://schemas.openxmlformats.org/officeDocument/2006/relationships/notesSlide" Target="../notesSlides/notesSlide5.xml"/><Relationship Id="rId23" Type="http://schemas.openxmlformats.org/officeDocument/2006/relationships/slideLayout" Target="../slideLayouts/slideLayout19.xml"/><Relationship Id="rId22" Type="http://schemas.openxmlformats.org/officeDocument/2006/relationships/tags" Target="../tags/tag321.xml"/><Relationship Id="rId21" Type="http://schemas.openxmlformats.org/officeDocument/2006/relationships/image" Target="../media/image41.png"/><Relationship Id="rId20" Type="http://schemas.openxmlformats.org/officeDocument/2006/relationships/tags" Target="../tags/tag320.xml"/><Relationship Id="rId2" Type="http://schemas.openxmlformats.org/officeDocument/2006/relationships/tags" Target="../tags/tag309.xml"/><Relationship Id="rId19" Type="http://schemas.openxmlformats.org/officeDocument/2006/relationships/image" Target="../media/image40.png"/><Relationship Id="rId18" Type="http://schemas.openxmlformats.org/officeDocument/2006/relationships/tags" Target="../tags/tag319.xml"/><Relationship Id="rId17" Type="http://schemas.openxmlformats.org/officeDocument/2006/relationships/image" Target="../media/image39.png"/><Relationship Id="rId16" Type="http://schemas.openxmlformats.org/officeDocument/2006/relationships/tags" Target="../tags/tag318.xml"/><Relationship Id="rId15" Type="http://schemas.openxmlformats.org/officeDocument/2006/relationships/image" Target="../media/image38.png"/><Relationship Id="rId14" Type="http://schemas.openxmlformats.org/officeDocument/2006/relationships/tags" Target="../tags/tag317.xml"/><Relationship Id="rId13" Type="http://schemas.openxmlformats.org/officeDocument/2006/relationships/image" Target="../media/image37.png"/><Relationship Id="rId12" Type="http://schemas.openxmlformats.org/officeDocument/2006/relationships/tags" Target="../tags/tag316.xml"/><Relationship Id="rId11" Type="http://schemas.openxmlformats.org/officeDocument/2006/relationships/image" Target="../media/image36.png"/><Relationship Id="rId10" Type="http://schemas.openxmlformats.org/officeDocument/2006/relationships/tags" Target="../tags/tag315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tags" Target="../tags/tag327.xml"/><Relationship Id="rId7" Type="http://schemas.openxmlformats.org/officeDocument/2006/relationships/image" Target="../media/image42.png"/><Relationship Id="rId6" Type="http://schemas.openxmlformats.org/officeDocument/2006/relationships/tags" Target="../tags/tag326.xml"/><Relationship Id="rId5" Type="http://schemas.openxmlformats.org/officeDocument/2006/relationships/tags" Target="../tags/tag325.xml"/><Relationship Id="rId4" Type="http://schemas.openxmlformats.org/officeDocument/2006/relationships/tags" Target="../tags/tag324.xml"/><Relationship Id="rId3" Type="http://schemas.openxmlformats.org/officeDocument/2006/relationships/tags" Target="../tags/tag323.xml"/><Relationship Id="rId2" Type="http://schemas.openxmlformats.org/officeDocument/2006/relationships/tags" Target="../tags/tag322.xml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9.xml"/><Relationship Id="rId13" Type="http://schemas.openxmlformats.org/officeDocument/2006/relationships/tags" Target="../tags/tag329.xml"/><Relationship Id="rId12" Type="http://schemas.openxmlformats.org/officeDocument/2006/relationships/image" Target="../media/image45.png"/><Relationship Id="rId11" Type="http://schemas.openxmlformats.org/officeDocument/2006/relationships/image" Target="../media/image44.png"/><Relationship Id="rId10" Type="http://schemas.openxmlformats.org/officeDocument/2006/relationships/tags" Target="../tags/tag328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9.xml"/><Relationship Id="rId5" Type="http://schemas.openxmlformats.org/officeDocument/2006/relationships/tags" Target="../tags/tag332.xml"/><Relationship Id="rId4" Type="http://schemas.openxmlformats.org/officeDocument/2006/relationships/image" Target="../media/image46.png"/><Relationship Id="rId3" Type="http://schemas.openxmlformats.org/officeDocument/2006/relationships/tags" Target="../tags/tag331.xml"/><Relationship Id="rId2" Type="http://schemas.openxmlformats.org/officeDocument/2006/relationships/tags" Target="../tags/tag330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9.xml"/><Relationship Id="rId6" Type="http://schemas.openxmlformats.org/officeDocument/2006/relationships/tags" Target="../tags/tag336.xml"/><Relationship Id="rId5" Type="http://schemas.openxmlformats.org/officeDocument/2006/relationships/image" Target="../media/image47.png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9.xml"/><Relationship Id="rId5" Type="http://schemas.openxmlformats.org/officeDocument/2006/relationships/tags" Target="../tags/tag339.xml"/><Relationship Id="rId4" Type="http://schemas.openxmlformats.org/officeDocument/2006/relationships/image" Target="../media/image48.png"/><Relationship Id="rId3" Type="http://schemas.openxmlformats.org/officeDocument/2006/relationships/tags" Target="../tags/tag338.xml"/><Relationship Id="rId2" Type="http://schemas.openxmlformats.org/officeDocument/2006/relationships/tags" Target="../tags/tag337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1.xml"/><Relationship Id="rId3" Type="http://schemas.openxmlformats.org/officeDocument/2006/relationships/tags" Target="../tags/tag342.xml"/><Relationship Id="rId2" Type="http://schemas.openxmlformats.org/officeDocument/2006/relationships/tags" Target="../tags/tag341.xml"/><Relationship Id="rId1" Type="http://schemas.openxmlformats.org/officeDocument/2006/relationships/tags" Target="../tags/tag3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59815" y="1684655"/>
            <a:ext cx="10105390" cy="224345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7200" dirty="0">
                <a:solidFill>
                  <a:schemeClr val="lt1"/>
                </a:solidFill>
              </a:rPr>
              <a:t>keil5</a:t>
            </a:r>
            <a:r>
              <a:rPr lang="zh-CN" sz="7200" dirty="0">
                <a:solidFill>
                  <a:schemeClr val="lt1"/>
                </a:solidFill>
              </a:rPr>
              <a:t>软件安装</a:t>
            </a:r>
            <a:endParaRPr lang="zh-CN" sz="7200" dirty="0">
              <a:solidFill>
                <a:schemeClr val="lt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030776" y="2551888"/>
            <a:ext cx="6912768" cy="1165144"/>
          </a:xfrm>
        </p:spPr>
        <p:txBody>
          <a:bodyPr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dirty="0">
                <a:solidFill>
                  <a:schemeClr val="lt1"/>
                </a:solidFill>
              </a:rPr>
              <a:t>软件简介</a:t>
            </a:r>
            <a:endParaRPr lang="zh-CN" altLang="en-US" sz="4400" dirty="0">
              <a:solidFill>
                <a:schemeClr val="lt1"/>
              </a:solidFill>
            </a:endParaRPr>
          </a:p>
        </p:txBody>
      </p:sp>
      <p:sp>
        <p:nvSpPr>
          <p:cNvPr id="10" name="标题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242945" y="2552065"/>
            <a:ext cx="1166495" cy="11652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lt1"/>
                </a:solidFill>
              </a:rPr>
              <a:t>01</a:t>
            </a:r>
            <a:endParaRPr lang="en-US" altLang="zh-CN">
              <a:solidFill>
                <a:schemeClr val="lt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7"/>
          <p:cNvSpPr txBox="1"/>
          <p:nvPr/>
        </p:nvSpPr>
        <p:spPr>
          <a:xfrm>
            <a:off x="695323" y="4046"/>
            <a:ext cx="10825164" cy="10133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zh-CN" altLang="en-US" sz="2800" b="1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概要</a:t>
            </a:r>
            <a:endParaRPr lang="zh-CN" altLang="en-US" sz="2800" b="1" dirty="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8" name="8"/>
          <p:cNvSpPr/>
          <p:nvPr>
            <p:custDataLst>
              <p:tags r:id="rId2"/>
            </p:custDataLst>
          </p:nvPr>
        </p:nvSpPr>
        <p:spPr>
          <a:xfrm>
            <a:off x="695324" y="1194371"/>
            <a:ext cx="10825163" cy="87675"/>
          </a:xfrm>
          <a:prstGeom prst="rect">
            <a:avLst/>
          </a:prstGeom>
          <a:solidFill>
            <a:schemeClr val="dk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l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94740" y="3060700"/>
            <a:ext cx="1863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Keil5</a:t>
            </a:r>
            <a:r>
              <a:rPr lang="zh-CN" altLang="en-US">
                <a:solidFill>
                  <a:schemeClr val="bg1"/>
                </a:solidFill>
              </a:rPr>
              <a:t>软件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b="44002"/>
          <a:stretch>
            <a:fillRect/>
          </a:stretch>
        </p:blipFill>
        <p:spPr>
          <a:xfrm>
            <a:off x="1094740" y="1957070"/>
            <a:ext cx="1068705" cy="7766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958465" y="1385570"/>
            <a:ext cx="8755380" cy="3889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Keil 5是一款由德国公司Keil开发的嵌入式系统开发环境，它提供了编译、调试和仿真功能，支持多种常见的嵌入式处理器架构，如ARM、8051等。Keil 5的主要特点包括：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集成开发环境。Keil 5提供了集成的开发环境，包括代码编辑器、编译器、调试器和仿真器等，可以帮助开发者快速完成嵌入式系统开发任务。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支持多种处理器架构。Keil 5支持多种常见的处理器架构，如ARM、8051等，可以帮助开发者更加轻松地开发各种类型的嵌入式系统。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精确的调试和仿真功能。Keil 5提供了精确的调试和仿真功能，可以帮助开发者快速定位和解决嵌入式系统中的问题。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支持多种编程语言。Keil 5支持多种常见的编程语言，如C、C++等，可以帮助开发者更加方便地进行开发。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易于使用的用户界面。Keil 5具有直观、易于使用的用户界面，可以帮助开发者快速上手并提高开发效率。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此外，Keil 5还包括了MDK、DS-MDK和MDK-Lite三个版本，其中MDK是最全面的版本，支持最多的器件和功能。这里我们使用的是</a:t>
            </a:r>
            <a:r>
              <a:rPr lang="en-US" altLang="zh-CN">
                <a:solidFill>
                  <a:schemeClr val="bg1"/>
                </a:solidFill>
              </a:rPr>
              <a:t>MDK</a:t>
            </a:r>
            <a:r>
              <a:rPr lang="zh-CN" altLang="en-US">
                <a:solidFill>
                  <a:schemeClr val="bg1"/>
                </a:solidFill>
              </a:rPr>
              <a:t>。</a:t>
            </a:r>
            <a:endParaRPr lang="zh-CN" altLang="en-US">
              <a:solidFill>
                <a:schemeClr val="bg1"/>
              </a:solidFill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728210" y="3613233"/>
            <a:ext cx="4536440" cy="32194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None/>
              <a:defRPr sz="1800" b="0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800" dirty="0">
                <a:solidFill>
                  <a:schemeClr val="lt1"/>
                </a:solidFill>
              </a:rPr>
              <a:t>PART 02</a:t>
            </a:r>
            <a:endParaRPr lang="en-US" altLang="zh-CN" sz="1800" dirty="0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030776" y="2551888"/>
            <a:ext cx="6912768" cy="1165144"/>
          </a:xfrm>
        </p:spPr>
        <p:txBody>
          <a:bodyPr/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dirty="0">
                <a:solidFill>
                  <a:schemeClr val="lt1"/>
                </a:solidFill>
              </a:rPr>
              <a:t>软件安装</a:t>
            </a:r>
            <a:endParaRPr lang="zh-CN" altLang="en-US" sz="4400" dirty="0">
              <a:solidFill>
                <a:schemeClr val="lt1"/>
              </a:solidFill>
            </a:endParaRPr>
          </a:p>
        </p:txBody>
      </p:sp>
      <p:sp>
        <p:nvSpPr>
          <p:cNvPr id="8" name="标题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242945" y="2552065"/>
            <a:ext cx="1166495" cy="11652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lt1"/>
                </a:solidFill>
              </a:rPr>
              <a:t>02</a:t>
            </a:r>
            <a:endParaRPr lang="en-US" altLang="zh-CN">
              <a:solidFill>
                <a:schemeClr val="lt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58445" y="1437640"/>
            <a:ext cx="5474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1</a:t>
            </a:r>
            <a:r>
              <a:rPr lang="zh-CN">
                <a:solidFill>
                  <a:schemeClr val="bg1"/>
                </a:solidFill>
              </a:rPr>
              <a:t>：在【相关工具】文件夹中找到【</a:t>
            </a:r>
            <a:r>
              <a:rPr lang="en-US" altLang="zh-CN">
                <a:solidFill>
                  <a:schemeClr val="bg1"/>
                </a:solidFill>
              </a:rPr>
              <a:t>stm32</a:t>
            </a:r>
            <a:r>
              <a:rPr lang="zh-CN" altLang="en-US">
                <a:solidFill>
                  <a:schemeClr val="bg1"/>
                </a:solidFill>
              </a:rPr>
              <a:t>开发工具】</a:t>
            </a:r>
            <a:r>
              <a:rPr lang="zh-CN">
                <a:solidFill>
                  <a:schemeClr val="bg1"/>
                </a:solidFill>
              </a:rPr>
              <a:t>，解压出来，根据里面的软件链接下载软件。</a:t>
            </a:r>
            <a:endParaRPr lang="zh-CN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58445" y="4053205"/>
            <a:ext cx="5474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2</a:t>
            </a:r>
            <a:r>
              <a:rPr lang="zh-CN">
                <a:solidFill>
                  <a:schemeClr val="bg1"/>
                </a:solidFill>
              </a:rPr>
              <a:t>：下载完成后根据安装教程进行安装。</a:t>
            </a:r>
            <a:endParaRPr lang="zh-CN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5879465" y="1458595"/>
            <a:ext cx="5474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3</a:t>
            </a:r>
            <a:r>
              <a:rPr lang="zh-CN">
                <a:solidFill>
                  <a:schemeClr val="bg1"/>
                </a:solidFill>
              </a:rPr>
              <a:t>：先选择 MDK530 安装。</a:t>
            </a:r>
            <a:endParaRPr lang="zh-CN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879465" y="4036695"/>
            <a:ext cx="55333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4</a:t>
            </a:r>
            <a:r>
              <a:rPr lang="zh-CN" altLang="en-US">
                <a:solidFill>
                  <a:schemeClr val="bg1"/>
                </a:solidFill>
              </a:rPr>
              <a:t>：点击“</a:t>
            </a:r>
            <a:r>
              <a:rPr lang="en-US" altLang="zh-CN">
                <a:solidFill>
                  <a:schemeClr val="bg1"/>
                </a:solidFill>
              </a:rPr>
              <a:t>NEXT</a:t>
            </a:r>
            <a:r>
              <a:rPr lang="zh-CN" altLang="en-US">
                <a:solidFill>
                  <a:schemeClr val="bg1"/>
                </a:solidFill>
              </a:rPr>
              <a:t>”</a:t>
            </a:r>
            <a:r>
              <a:rPr lang="en-US" altLang="zh-CN">
                <a:solidFill>
                  <a:schemeClr val="bg1"/>
                </a:solidFill>
              </a:rPr>
              <a:t>,</a:t>
            </a:r>
            <a:r>
              <a:rPr lang="zh-CN" altLang="en-US">
                <a:solidFill>
                  <a:schemeClr val="bg1"/>
                </a:solidFill>
              </a:rPr>
              <a:t>勾选同意条款，点击下一步。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9" name="7"/>
          <p:cNvSpPr txBox="1"/>
          <p:nvPr>
            <p:custDataLst>
              <p:tags r:id="rId5"/>
            </p:custDataLst>
          </p:nvPr>
        </p:nvSpPr>
        <p:spPr>
          <a:xfrm>
            <a:off x="681988" y="340596"/>
            <a:ext cx="10825164" cy="10133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en-US" altLang="zh-CN" sz="2800" b="1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Keil5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安装</a:t>
            </a:r>
            <a:endParaRPr lang="zh-CN" altLang="en-US" sz="2800" b="1" dirty="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b="30157"/>
          <a:stretch>
            <a:fillRect/>
          </a:stretch>
        </p:blipFill>
        <p:spPr>
          <a:xfrm>
            <a:off x="681990" y="2100580"/>
            <a:ext cx="4711700" cy="18681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r="16682" b="15857"/>
          <a:stretch>
            <a:fillRect/>
          </a:stretch>
        </p:blipFill>
        <p:spPr>
          <a:xfrm>
            <a:off x="6370320" y="2099310"/>
            <a:ext cx="5414645" cy="16891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370320" y="4493895"/>
            <a:ext cx="2767330" cy="18942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9266555" y="4497070"/>
            <a:ext cx="2746375" cy="18776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4"/>
          <a:srcRect r="11866"/>
          <a:stretch>
            <a:fillRect/>
          </a:stretch>
        </p:blipFill>
        <p:spPr>
          <a:xfrm>
            <a:off x="681990" y="4432300"/>
            <a:ext cx="4711700" cy="221234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58445" y="1425575"/>
            <a:ext cx="5474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5</a:t>
            </a:r>
            <a:r>
              <a:rPr lang="zh-CN">
                <a:solidFill>
                  <a:schemeClr val="bg1"/>
                </a:solidFill>
              </a:rPr>
              <a:t>：调整软件安装位置，包安装位置，路径中不要有中文。</a:t>
            </a:r>
            <a:endParaRPr lang="zh-CN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58445" y="4220845"/>
            <a:ext cx="5474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6</a:t>
            </a:r>
            <a:r>
              <a:rPr lang="zh-CN">
                <a:solidFill>
                  <a:schemeClr val="bg1"/>
                </a:solidFill>
              </a:rPr>
              <a:t>：填写用户信息。</a:t>
            </a:r>
            <a:endParaRPr lang="zh-CN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6308725" y="1425575"/>
            <a:ext cx="5474970" cy="449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7</a:t>
            </a:r>
            <a:r>
              <a:rPr lang="zh-CN">
                <a:solidFill>
                  <a:schemeClr val="bg1"/>
                </a:solidFill>
              </a:rPr>
              <a:t>：等待 安装，软件会自动安装。</a:t>
            </a:r>
            <a:endParaRPr lang="zh-CN">
              <a:solidFill>
                <a:schemeClr val="bg1"/>
              </a:solidFill>
            </a:endParaRPr>
          </a:p>
          <a:p>
            <a:endParaRPr lang="zh-CN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08725" y="4220845"/>
            <a:ext cx="55333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8</a:t>
            </a:r>
            <a:r>
              <a:rPr lang="zh-CN" altLang="en-US">
                <a:solidFill>
                  <a:schemeClr val="bg1"/>
                </a:solidFill>
              </a:rPr>
              <a:t>：点击“安装</a:t>
            </a:r>
            <a:r>
              <a:rPr lang="zh-CN" altLang="en-US">
                <a:solidFill>
                  <a:schemeClr val="bg1"/>
                </a:solidFill>
              </a:rPr>
              <a:t>”。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9" name="7"/>
          <p:cNvSpPr txBox="1"/>
          <p:nvPr>
            <p:custDataLst>
              <p:tags r:id="rId5"/>
            </p:custDataLst>
          </p:nvPr>
        </p:nvSpPr>
        <p:spPr>
          <a:xfrm>
            <a:off x="683258" y="324721"/>
            <a:ext cx="10825164" cy="10133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en-US" altLang="zh-CN" sz="2800" b="1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Keil5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安装</a:t>
            </a:r>
            <a:endParaRPr lang="zh-CN" altLang="en-US" sz="2800" b="1" dirty="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02005" y="2022475"/>
            <a:ext cx="3230245" cy="21983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2005" y="4629785"/>
            <a:ext cx="3241675" cy="21520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734175" y="1945640"/>
            <a:ext cx="3759835" cy="22294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734175" y="4634865"/>
            <a:ext cx="3759835" cy="20193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58445" y="1425575"/>
            <a:ext cx="5474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9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zh-CN">
                <a:solidFill>
                  <a:schemeClr val="bg1"/>
                </a:solidFill>
              </a:rPr>
              <a:t>取消勾选，点击完成，安装完成。</a:t>
            </a:r>
            <a:endParaRPr lang="zh-CN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58445" y="4053205"/>
            <a:ext cx="5474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10</a:t>
            </a:r>
            <a:r>
              <a:rPr lang="zh-CN">
                <a:solidFill>
                  <a:schemeClr val="bg1"/>
                </a:solidFill>
              </a:rPr>
              <a:t>：</a:t>
            </a:r>
            <a:r>
              <a:rPr lang="zh-CN">
                <a:solidFill>
                  <a:schemeClr val="bg1"/>
                </a:solidFill>
              </a:rPr>
              <a:t>软件会自动启动，点击</a:t>
            </a:r>
            <a:r>
              <a:rPr lang="en-US" altLang="zh-CN">
                <a:solidFill>
                  <a:schemeClr val="bg1"/>
                </a:solidFill>
              </a:rPr>
              <a:t>OK</a:t>
            </a:r>
            <a:r>
              <a:rPr lang="zh-CN" altLang="en-US">
                <a:solidFill>
                  <a:schemeClr val="bg1"/>
                </a:solidFill>
              </a:rPr>
              <a:t>就可以</a:t>
            </a:r>
            <a:r>
              <a:rPr lang="zh-CN">
                <a:solidFill>
                  <a:schemeClr val="bg1"/>
                </a:solidFill>
              </a:rPr>
              <a:t>。</a:t>
            </a:r>
            <a:endParaRPr lang="zh-CN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6261100" y="1425575"/>
            <a:ext cx="5847080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11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zh-CN">
                <a:solidFill>
                  <a:schemeClr val="bg1"/>
                </a:solidFill>
              </a:rPr>
              <a:t>同样的安装步骤安装</a:t>
            </a:r>
            <a:r>
              <a:rPr lang="en-US" altLang="zh-CN">
                <a:solidFill>
                  <a:schemeClr val="bg1"/>
                </a:solidFill>
              </a:rPr>
              <a:t>525</a:t>
            </a:r>
            <a:r>
              <a:rPr lang="zh-CN" altLang="en-US">
                <a:solidFill>
                  <a:schemeClr val="bg1"/>
                </a:solidFill>
              </a:rPr>
              <a:t>版本，以便兼容旧版本。</a:t>
            </a:r>
            <a:endParaRPr lang="zh-CN">
              <a:solidFill>
                <a:schemeClr val="bg1"/>
              </a:solidFill>
            </a:endParaRPr>
          </a:p>
          <a:p>
            <a:endParaRPr lang="zh-CN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261100" y="4044950"/>
            <a:ext cx="5930900" cy="443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12</a:t>
            </a:r>
            <a:r>
              <a:rPr lang="zh-CN" altLang="en-US">
                <a:solidFill>
                  <a:schemeClr val="bg1"/>
                </a:solidFill>
              </a:rPr>
              <a:t>：旧版本安装完成后，解压破解软件，双击运行。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9" name="7"/>
          <p:cNvSpPr txBox="1"/>
          <p:nvPr>
            <p:custDataLst>
              <p:tags r:id="rId5"/>
            </p:custDataLst>
          </p:nvPr>
        </p:nvSpPr>
        <p:spPr>
          <a:xfrm>
            <a:off x="780413" y="324721"/>
            <a:ext cx="10825164" cy="10133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en-US" altLang="zh-CN" sz="2800" b="1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Keil5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安装</a:t>
            </a:r>
            <a:endParaRPr lang="zh-CN" altLang="en-US" sz="2800" b="1" dirty="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9600" y="1798320"/>
            <a:ext cx="3300730" cy="224663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09600" y="4421505"/>
            <a:ext cx="5123815" cy="217424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102215" y="4373245"/>
            <a:ext cx="1779270" cy="22567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8135" y="1800225"/>
            <a:ext cx="5213350" cy="21475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3"/>
          <a:srcRect r="51723" b="22306"/>
          <a:stretch>
            <a:fillRect/>
          </a:stretch>
        </p:blipFill>
        <p:spPr>
          <a:xfrm>
            <a:off x="6668135" y="4410075"/>
            <a:ext cx="3261360" cy="2148205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44780" y="1426210"/>
            <a:ext cx="5808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13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zh-CN">
                <a:solidFill>
                  <a:schemeClr val="bg1"/>
                </a:solidFill>
              </a:rPr>
              <a:t>鼠标右击</a:t>
            </a:r>
            <a:r>
              <a:rPr lang="en-US" altLang="zh-CN">
                <a:solidFill>
                  <a:schemeClr val="bg1"/>
                </a:solidFill>
              </a:rPr>
              <a:t>keil5</a:t>
            </a:r>
            <a:r>
              <a:rPr lang="zh-CN" altLang="en-US">
                <a:solidFill>
                  <a:schemeClr val="bg1"/>
                </a:solidFill>
              </a:rPr>
              <a:t>图标，点击以管理员身份运行。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54940" y="4036695"/>
            <a:ext cx="5695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14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zh-CN">
                <a:solidFill>
                  <a:schemeClr val="bg1"/>
                </a:solidFill>
              </a:rPr>
              <a:t>点击【</a:t>
            </a:r>
            <a:r>
              <a:rPr lang="en-US" altLang="zh-CN">
                <a:solidFill>
                  <a:schemeClr val="bg1"/>
                </a:solidFill>
              </a:rPr>
              <a:t>File</a:t>
            </a:r>
            <a:r>
              <a:rPr lang="zh-CN" altLang="en-US">
                <a:solidFill>
                  <a:schemeClr val="bg1"/>
                </a:solidFill>
              </a:rPr>
              <a:t>】</a:t>
            </a:r>
            <a:r>
              <a:rPr lang="en-US" altLang="zh-CN">
                <a:solidFill>
                  <a:schemeClr val="bg1"/>
                </a:solidFill>
              </a:rPr>
              <a:t>--</a:t>
            </a:r>
            <a:r>
              <a:rPr lang="zh-CN">
                <a:solidFill>
                  <a:schemeClr val="bg1"/>
                </a:solidFill>
                <a:sym typeface="+mn-ea"/>
              </a:rPr>
              <a:t>【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License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】，复制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CID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内容。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6658610" y="183515"/>
            <a:ext cx="5474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15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zh-CN">
                <a:solidFill>
                  <a:schemeClr val="bg1"/>
                </a:solidFill>
              </a:rPr>
              <a:t>将</a:t>
            </a:r>
            <a:r>
              <a:rPr lang="en-US" altLang="zh-CN">
                <a:solidFill>
                  <a:schemeClr val="bg1"/>
                </a:solidFill>
              </a:rPr>
              <a:t>CID</a:t>
            </a:r>
            <a:r>
              <a:rPr lang="zh-CN" altLang="en-US">
                <a:solidFill>
                  <a:schemeClr val="bg1"/>
                </a:solidFill>
              </a:rPr>
              <a:t>粘贴到破解软件中，</a:t>
            </a:r>
            <a:r>
              <a:rPr lang="en-US" altLang="zh-CN">
                <a:solidFill>
                  <a:schemeClr val="bg1"/>
                </a:solidFill>
              </a:rPr>
              <a:t>Targe</a:t>
            </a:r>
            <a:r>
              <a:rPr lang="zh-CN" altLang="en-US">
                <a:solidFill>
                  <a:schemeClr val="bg1"/>
                </a:solidFill>
              </a:rPr>
              <a:t>选择</a:t>
            </a:r>
            <a:r>
              <a:rPr lang="en-US" altLang="zh-CN">
                <a:solidFill>
                  <a:schemeClr val="bg1"/>
                </a:solidFill>
              </a:rPr>
              <a:t>[ARM],</a:t>
            </a:r>
            <a:r>
              <a:rPr lang="zh-CN" altLang="en-US">
                <a:solidFill>
                  <a:schemeClr val="bg1"/>
                </a:solidFill>
              </a:rPr>
              <a:t>点击</a:t>
            </a:r>
            <a:r>
              <a:rPr lang="en-US" altLang="zh-CN">
                <a:solidFill>
                  <a:schemeClr val="bg1"/>
                </a:solidFill>
              </a:rPr>
              <a:t>:</a:t>
            </a:r>
            <a:r>
              <a:rPr lang="zh-CN" altLang="en-US">
                <a:solidFill>
                  <a:schemeClr val="bg1"/>
                </a:solidFill>
              </a:rPr>
              <a:t>【</a:t>
            </a:r>
            <a:r>
              <a:rPr lang="en-US" altLang="zh-CN">
                <a:solidFill>
                  <a:schemeClr val="bg1"/>
                </a:solidFill>
              </a:rPr>
              <a:t>Generate</a:t>
            </a:r>
            <a:r>
              <a:rPr lang="zh-CN" altLang="en-US">
                <a:solidFill>
                  <a:schemeClr val="bg1"/>
                </a:solidFill>
              </a:rPr>
              <a:t>】按键获取激活码。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600190" y="3813810"/>
            <a:ext cx="55333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16</a:t>
            </a:r>
            <a:r>
              <a:rPr lang="zh-CN" altLang="en-US">
                <a:solidFill>
                  <a:schemeClr val="bg1"/>
                </a:solidFill>
              </a:rPr>
              <a:t>：复制激活码到</a:t>
            </a:r>
            <a:r>
              <a:rPr lang="en-US" altLang="zh-CN">
                <a:solidFill>
                  <a:schemeClr val="bg1"/>
                </a:solidFill>
              </a:rPr>
              <a:t>keil</a:t>
            </a:r>
            <a:r>
              <a:rPr lang="zh-CN" altLang="en-US">
                <a:solidFill>
                  <a:schemeClr val="bg1"/>
                </a:solidFill>
              </a:rPr>
              <a:t>软件中进行激活，出现如下图提示，激活完成。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9" name="7"/>
          <p:cNvSpPr txBox="1"/>
          <p:nvPr>
            <p:custDataLst>
              <p:tags r:id="rId5"/>
            </p:custDataLst>
          </p:nvPr>
        </p:nvSpPr>
        <p:spPr>
          <a:xfrm>
            <a:off x="752475" y="330835"/>
            <a:ext cx="2802890" cy="10134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en-US" altLang="zh-CN" sz="2800" b="1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Keil5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安装</a:t>
            </a:r>
            <a:endParaRPr lang="zh-CN" altLang="en-US" sz="2800" b="1" dirty="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r="25613" b="47312"/>
          <a:stretch>
            <a:fillRect/>
          </a:stretch>
        </p:blipFill>
        <p:spPr>
          <a:xfrm>
            <a:off x="752475" y="1876425"/>
            <a:ext cx="2228850" cy="20383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167380" y="1868170"/>
            <a:ext cx="2967990" cy="20466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t="3268" r="28925" b="16732"/>
          <a:stretch>
            <a:fillRect/>
          </a:stretch>
        </p:blipFill>
        <p:spPr>
          <a:xfrm>
            <a:off x="752475" y="4446905"/>
            <a:ext cx="2230120" cy="21818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r="1729" b="43628"/>
          <a:stretch>
            <a:fillRect/>
          </a:stretch>
        </p:blipFill>
        <p:spPr>
          <a:xfrm>
            <a:off x="3167380" y="4438650"/>
            <a:ext cx="3345180" cy="148463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872605" y="828040"/>
            <a:ext cx="2319020" cy="293179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9326880" y="828675"/>
            <a:ext cx="2312670" cy="289750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6889750" y="4512310"/>
            <a:ext cx="2525395" cy="211645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9561195" y="4513580"/>
            <a:ext cx="2449195" cy="2115185"/>
          </a:xfrm>
          <a:prstGeom prst="rect">
            <a:avLst/>
          </a:prstGeom>
        </p:spPr>
      </p:pic>
    </p:spTree>
    <p:custDataLst>
      <p:tags r:id="rId2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58445" y="1425575"/>
            <a:ext cx="62261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17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zh-CN">
                <a:solidFill>
                  <a:schemeClr val="bg1"/>
                </a:solidFill>
              </a:rPr>
              <a:t>库安装，我们控制板使用的是</a:t>
            </a:r>
            <a:r>
              <a:rPr lang="en-US" altLang="zh-CN">
                <a:solidFill>
                  <a:schemeClr val="bg1"/>
                </a:solidFill>
              </a:rPr>
              <a:t>STM32F103xx</a:t>
            </a:r>
            <a:r>
              <a:rPr lang="zh-CN" altLang="en-US">
                <a:solidFill>
                  <a:schemeClr val="bg1"/>
                </a:solidFill>
              </a:rPr>
              <a:t>芯片，所以只需要安装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STM32F1xx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库包就可以，双击进行安装。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58445" y="3756660"/>
            <a:ext cx="5474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18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zh-CN">
                <a:solidFill>
                  <a:schemeClr val="bg1"/>
                </a:solidFill>
              </a:rPr>
              <a:t>软件会自动加载路径，点击</a:t>
            </a:r>
            <a:r>
              <a:rPr lang="en-US" altLang="zh-CN">
                <a:solidFill>
                  <a:schemeClr val="bg1"/>
                </a:solidFill>
              </a:rPr>
              <a:t>N</a:t>
            </a:r>
            <a:r>
              <a:rPr lang="en-US" altLang="zh-CN">
                <a:solidFill>
                  <a:schemeClr val="bg1"/>
                </a:solidFill>
              </a:rPr>
              <a:t>ext</a:t>
            </a:r>
            <a:r>
              <a:rPr lang="zh-CN" altLang="en-US">
                <a:solidFill>
                  <a:schemeClr val="bg1"/>
                </a:solidFill>
              </a:rPr>
              <a:t>即可</a:t>
            </a:r>
            <a:r>
              <a:rPr lang="zh-CN">
                <a:solidFill>
                  <a:schemeClr val="bg1"/>
                </a:solidFill>
              </a:rPr>
              <a:t>。</a:t>
            </a:r>
            <a:endParaRPr lang="zh-CN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7248525" y="1335405"/>
            <a:ext cx="4204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19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zh-CN">
                <a:solidFill>
                  <a:schemeClr val="bg1"/>
                </a:solidFill>
              </a:rPr>
              <a:t>等待安装完成即可。</a:t>
            </a:r>
            <a:endParaRPr lang="zh-CN">
              <a:solidFill>
                <a:schemeClr val="bg1"/>
              </a:solidFill>
            </a:endParaRPr>
          </a:p>
        </p:txBody>
      </p:sp>
      <p:sp>
        <p:nvSpPr>
          <p:cNvPr id="39" name="7"/>
          <p:cNvSpPr txBox="1"/>
          <p:nvPr>
            <p:custDataLst>
              <p:tags r:id="rId5"/>
            </p:custDataLst>
          </p:nvPr>
        </p:nvSpPr>
        <p:spPr>
          <a:xfrm>
            <a:off x="781050" y="324485"/>
            <a:ext cx="2959735" cy="10134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en-US" altLang="zh-CN" sz="2800" b="1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Keil5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安装</a:t>
            </a:r>
            <a:endParaRPr lang="zh-CN" altLang="en-US" sz="2800" b="1" dirty="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31190" y="4169410"/>
            <a:ext cx="3822700" cy="2586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705090" y="1794510"/>
            <a:ext cx="3577590" cy="24333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705090" y="4318635"/>
            <a:ext cx="3556000" cy="24244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2"/>
          <a:srcRect r="13457" b="37953"/>
          <a:stretch>
            <a:fillRect/>
          </a:stretch>
        </p:blipFill>
        <p:spPr>
          <a:xfrm>
            <a:off x="631190" y="2073910"/>
            <a:ext cx="5349875" cy="157797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375285" y="1425575"/>
            <a:ext cx="5474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20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zh-CN">
                <a:solidFill>
                  <a:schemeClr val="bg1"/>
                </a:solidFill>
              </a:rPr>
              <a:t>找到智能车出厂程序源码，双击打开。</a:t>
            </a:r>
            <a:endParaRPr lang="zh-CN">
              <a:solidFill>
                <a:schemeClr val="bg1"/>
              </a:solidFill>
            </a:endParaRPr>
          </a:p>
        </p:txBody>
      </p:sp>
      <p:sp>
        <p:nvSpPr>
          <p:cNvPr id="39" name="7"/>
          <p:cNvSpPr txBox="1"/>
          <p:nvPr>
            <p:custDataLst>
              <p:tags r:id="rId3"/>
            </p:custDataLst>
          </p:nvPr>
        </p:nvSpPr>
        <p:spPr>
          <a:xfrm>
            <a:off x="683258" y="324721"/>
            <a:ext cx="10825164" cy="10133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en-US" altLang="zh-CN" sz="2800" b="1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Keil5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编译</a:t>
            </a:r>
            <a:endParaRPr lang="zh-CN" altLang="en-US" sz="2800" b="1" dirty="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90" y="1881505"/>
            <a:ext cx="8301355" cy="466026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529590" y="1475740"/>
            <a:ext cx="5474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21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zh-CN">
                <a:solidFill>
                  <a:schemeClr val="bg1"/>
                </a:solidFill>
              </a:rPr>
              <a:t>点击编译按键进行编译，没有报错。</a:t>
            </a:r>
            <a:endParaRPr lang="zh-CN">
              <a:solidFill>
                <a:schemeClr val="bg1"/>
              </a:solidFill>
            </a:endParaRPr>
          </a:p>
        </p:txBody>
      </p:sp>
      <p:sp>
        <p:nvSpPr>
          <p:cNvPr id="39" name="7"/>
          <p:cNvSpPr txBox="1"/>
          <p:nvPr>
            <p:custDataLst>
              <p:tags r:id="rId3"/>
            </p:custDataLst>
          </p:nvPr>
        </p:nvSpPr>
        <p:spPr>
          <a:xfrm>
            <a:off x="683258" y="324721"/>
            <a:ext cx="10825164" cy="10133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en-US" altLang="zh-CN" sz="2800" b="1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Keil5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编译</a:t>
            </a:r>
            <a:endParaRPr lang="zh-CN" altLang="en-US" sz="2800" b="1" dirty="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83260" y="1844040"/>
            <a:ext cx="7279005" cy="486537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542925" y="1425575"/>
            <a:ext cx="99815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bg1"/>
                </a:solidFill>
              </a:rPr>
              <a:t>步骤</a:t>
            </a:r>
            <a:r>
              <a:rPr lang="en-US" altLang="zh-CN">
                <a:solidFill>
                  <a:schemeClr val="bg1"/>
                </a:solidFill>
              </a:rPr>
              <a:t>22</a:t>
            </a:r>
            <a:r>
              <a:rPr lang="zh-CN" altLang="en-US">
                <a:solidFill>
                  <a:schemeClr val="bg1"/>
                </a:solidFill>
              </a:rPr>
              <a:t>：编译之后，在</a:t>
            </a:r>
            <a:r>
              <a:rPr lang="zh-CN">
                <a:solidFill>
                  <a:schemeClr val="bg1"/>
                </a:solidFill>
              </a:rPr>
              <a:t>工程</a:t>
            </a:r>
            <a:r>
              <a:rPr lang="en-US" altLang="zh-CN">
                <a:solidFill>
                  <a:schemeClr val="bg1"/>
                </a:solidFill>
              </a:rPr>
              <a:t>OUT</a:t>
            </a:r>
            <a:r>
              <a:rPr lang="zh-CN" altLang="en-US">
                <a:solidFill>
                  <a:schemeClr val="bg1"/>
                </a:solidFill>
              </a:rPr>
              <a:t>文件夹下，就生成了编译好的</a:t>
            </a:r>
            <a:r>
              <a:rPr lang="en-US" altLang="zh-CN">
                <a:solidFill>
                  <a:schemeClr val="bg1"/>
                </a:solidFill>
              </a:rPr>
              <a:t>hex</a:t>
            </a:r>
            <a:r>
              <a:rPr lang="zh-CN" altLang="en-US">
                <a:solidFill>
                  <a:schemeClr val="bg1"/>
                </a:solidFill>
              </a:rPr>
              <a:t>文件。然后就可以使用</a:t>
            </a:r>
            <a:r>
              <a:rPr lang="en-US" altLang="zh-CN">
                <a:solidFill>
                  <a:schemeClr val="bg1"/>
                </a:solidFill>
              </a:rPr>
              <a:t>stm32</a:t>
            </a:r>
            <a:r>
              <a:rPr lang="zh-CN" altLang="en-US">
                <a:solidFill>
                  <a:schemeClr val="bg1"/>
                </a:solidFill>
              </a:rPr>
              <a:t>的程序下载工具</a:t>
            </a:r>
            <a:r>
              <a:rPr lang="en-US" altLang="zh-CN">
                <a:solidFill>
                  <a:schemeClr val="bg1"/>
                </a:solidFill>
              </a:rPr>
              <a:t>FlyMCU</a:t>
            </a:r>
            <a:r>
              <a:rPr lang="zh-CN" altLang="en-US">
                <a:solidFill>
                  <a:schemeClr val="bg1"/>
                </a:solidFill>
              </a:rPr>
              <a:t>将</a:t>
            </a:r>
            <a:r>
              <a:rPr lang="en-US" altLang="zh-CN">
                <a:solidFill>
                  <a:schemeClr val="bg1"/>
                </a:solidFill>
              </a:rPr>
              <a:t>hex</a:t>
            </a:r>
            <a:r>
              <a:rPr lang="zh-CN" altLang="en-US">
                <a:solidFill>
                  <a:schemeClr val="bg1"/>
                </a:solidFill>
              </a:rPr>
              <a:t>程序下载到控制板中使用了。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9" name="7"/>
          <p:cNvSpPr txBox="1"/>
          <p:nvPr>
            <p:custDataLst>
              <p:tags r:id="rId3"/>
            </p:custDataLst>
          </p:nvPr>
        </p:nvSpPr>
        <p:spPr>
          <a:xfrm>
            <a:off x="683258" y="324721"/>
            <a:ext cx="10825164" cy="10133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en-US" altLang="zh-CN" sz="2800" b="1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Keil5</a:t>
            </a:r>
            <a:r>
              <a:rPr lang="zh-CN" altLang="en-US" sz="2800" b="1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编译</a:t>
            </a:r>
            <a:endParaRPr lang="zh-CN" altLang="en-US" sz="2800" b="1" dirty="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60" y="2070735"/>
            <a:ext cx="6267450" cy="46005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/>
          <p:nvPr>
            <p:ph type="title" idx="1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lt1"/>
                </a:solidFill>
              </a:rPr>
              <a:t>感谢大家观看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文本占位符 4"/>
          <p:cNvSpPr/>
          <p:nvPr>
            <p:ph type="body" idx="2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chemeClr val="accent1">
                    <a:lumMod val="20000"/>
                    <a:lumOff val="80000"/>
                  </a:schemeClr>
                </a:solidFill>
              </a:rPr>
              <a:t>FOR WATCHING</a:t>
            </a:r>
            <a:endParaRPr lang="zh-CN" altLang="en-U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MH" val="20151020190507"/>
  <p:tag name="MH_LIBRARY" val="GRAPHIC"/>
  <p:tag name="MH_ORDER" val="Freeform 26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MH" val="20151020190507"/>
  <p:tag name="MH_LIBRARY" val="GRAPHIC"/>
  <p:tag name="MH_ORDER" val="Freeform 18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MH" val="20151020190507"/>
  <p:tag name="MH_LIBRARY" val="GRAPHIC"/>
  <p:tag name="MH_ORDER" val="Freeform 5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MH" val="20151020190507"/>
  <p:tag name="MH_LIBRARY" val="GRAPHIC"/>
  <p:tag name="MH_ORDER" val="Right Triangle 6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MH" val="20151020190507"/>
  <p:tag name="MH_LIBRARY" val="GRAPHIC"/>
  <p:tag name="MH_ORDER" val="Right Triangle 7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MH" val="20151020190507"/>
  <p:tag name="MH_LIBRARY" val="GRAPHIC"/>
  <p:tag name="MH_ORDER" val="Freeform 23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MH" val="20151020190507"/>
  <p:tag name="MH_LIBRARY" val="GRAPHIC"/>
  <p:tag name="MH_ORDER" val="Freeform 30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MH" val="20151020190507"/>
  <p:tag name="MH_LIBRARY" val="GRAPHIC"/>
  <p:tag name="MH_ORDER" val="Straight Connector 32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MH" val="20151020190507"/>
  <p:tag name="MH_LIBRARY" val="GRAPHIC"/>
  <p:tag name="MH_ORDER" val="Straight Connector 33"/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5*i*10"/>
  <p:tag name="KSO_WM_UNIT_INDEX" val="1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8*i*10"/>
  <p:tag name="KSO_WM_UNIT_INDEX" val="1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0*i*10"/>
  <p:tag name="KSO_WM_UNIT_INDEX" val="1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1*i*1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1*i*2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1*i*3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K_DARK_LIGHT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102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K_DARK_LIGHT" val="1"/>
  <p:tag name="KSO_WM_UNIT_SUBTYPE" val="h"/>
  <p:tag name="KSO_WM_UNIT_TYPE" val="i"/>
  <p:tag name="KSO_WM_UNIT_INDEX" val="1"/>
  <p:tag name="KSO_WM_UNIT_BK_DARK_LIGHT" val="1"/>
</p:tagLst>
</file>

<file path=ppt/tags/tag103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K_DARK_LIGHT" val="1"/>
</p:tagLst>
</file>

<file path=ppt/tags/tag104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K_DARK_LIGHT" val="1"/>
</p:tagLst>
</file>

<file path=ppt/tags/tag105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K_DARK_LIGHT" val="1"/>
</p:tagLst>
</file>

<file path=ppt/tags/tag106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K_DARK_LIGHT" val="1"/>
</p:tagLst>
</file>

<file path=ppt/tags/tag107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K_DARK_LIGHT" val="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110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1"/>
</p:tagLst>
</file>

<file path=ppt/tags/tag111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26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1"/>
</p:tagLst>
</file>

<file path=ppt/tags/tag127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SLIDE_BK_DARK_LIGHT" val="1"/>
  <p:tag name="KSO_WM_UNIT_SUBTYPE" val="h"/>
  <p:tag name="KSO_WM_UNIT_TYPE" val="i"/>
  <p:tag name="KSO_WM_UNIT_INDEX" val="1"/>
  <p:tag name="KSO_WM_UNIT_BK_DARK_LIGHT" val="1"/>
</p:tagLst>
</file>

<file path=ppt/tags/tag134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35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36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37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38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39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40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SLIDE_BK_DARK_LIGHT" val="1"/>
  <p:tag name="KSO_WM_UNIT_SUBTYPE" val="h"/>
  <p:tag name="KSO_WM_UNIT_TYPE" val="i"/>
  <p:tag name="KSO_WM_UNIT_INDEX" val="1"/>
  <p:tag name="KSO_WM_UNIT_BK_DARK_LIGHT" val="1"/>
</p:tagLst>
</file>

<file path=ppt/tags/tag141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TAG_VERSION" val="1.0"/>
  <p:tag name="KSO_WM_BEAUTIFY_FLAG" val="#wm#"/>
  <p:tag name="KSO_WM_UNIT_TYPE" val="l_h_i"/>
  <p:tag name="KSO_WM_UNIT_INDEX" val="1_5_1"/>
  <p:tag name="KSO_WM_UNIT_ID" val="_17*l_h_i*1_5_1"/>
  <p:tag name="KSO_WM_UNIT_LAYERLEVEL" val="1_1_1"/>
  <p:tag name="KSO_WM_UNIT_HIGHLIGHT" val="0"/>
  <p:tag name="KSO_WM_UNIT_COMPATIBLE" val="0"/>
  <p:tag name="KSO_WM_UNIT_DIAGRAM_ISNUMVISUAL" val="0"/>
  <p:tag name="KSO_WM_UNIT_DIAGRAM_ISREFERUNIT" val="0"/>
  <p:tag name="KSO_WM_SLIDE_BACKGROUND_TYPE" val="navigation"/>
  <p:tag name="KSO_WM_SLIDE_BK_DARK_LIGHT" val="1"/>
</p:tagLst>
</file>

<file path=ppt/tags/tag143.xml><?xml version="1.0" encoding="utf-8"?>
<p:tagLst xmlns:p="http://schemas.openxmlformats.org/presentationml/2006/main">
  <p:tag name="KSO_WM_TAG_VERSION" val="1.0"/>
  <p:tag name="KSO_WM_BEAUTIFY_FLAG" val="#wm#"/>
  <p:tag name="KSO_WM_UNIT_TYPE" val="l_h_i"/>
  <p:tag name="KSO_WM_UNIT_INDEX" val="1_5_1"/>
  <p:tag name="KSO_WM_UNIT_ID" val="_17*l_h_i*1_5_1"/>
  <p:tag name="KSO_WM_UNIT_LAYERLEVEL" val="1_1_1"/>
  <p:tag name="KSO_WM_UNIT_HIGHLIGHT" val="0"/>
  <p:tag name="KSO_WM_UNIT_COMPATIBLE" val="0"/>
  <p:tag name="KSO_WM_UNIT_DIAGRAM_ISNUMVISUAL" val="0"/>
  <p:tag name="KSO_WM_UNIT_DIAGRAM_ISREFERUNIT" val="0"/>
  <p:tag name="KSO_WM_SLIDE_BACKGROUND_TYPE" val="navigation"/>
  <p:tag name="KSO_WM_SLIDE_BK_DARK_LIGHT" val="1"/>
</p:tagLst>
</file>

<file path=ppt/tags/tag144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TAG_VERSION" val="1.0"/>
  <p:tag name="KSO_WM_BEAUTIFY_FLAG" val="#wm#"/>
  <p:tag name="KSO_WM_UNIT_TYPE" val="l_h_i"/>
  <p:tag name="KSO_WM_UNIT_INDEX" val="1_5_1"/>
  <p:tag name="KSO_WM_UNIT_ID" val="_17*l_h_i*1_5_1"/>
  <p:tag name="KSO_WM_UNIT_LAYERLEVEL" val="1_1_1"/>
  <p:tag name="KSO_WM_UNIT_HIGHLIGHT" val="0"/>
  <p:tag name="KSO_WM_UNIT_COMPATIBLE" val="0"/>
  <p:tag name="KSO_WM_UNIT_DIAGRAM_ISNUMVISUAL" val="0"/>
  <p:tag name="KSO_WM_UNIT_DIAGRAM_ISREFERUNIT" val="0"/>
  <p:tag name="KSO_WM_SLIDE_BACKGROUND_TYPE" val="navigation"/>
  <p:tag name="KSO_WM_SLIDE_BK_DARK_LIGHT" val="1"/>
</p:tagLst>
</file>

<file path=ppt/tags/tag146.xml><?xml version="1.0" encoding="utf-8"?>
<p:tagLst xmlns:p="http://schemas.openxmlformats.org/presentationml/2006/main">
  <p:tag name="KSO_WM_TAG_VERSION" val="1.0"/>
  <p:tag name="KSO_WM_BEAUTIFY_FLAG" val="#wm#"/>
  <p:tag name="KSO_WM_UNIT_TYPE" val="l_h_i"/>
  <p:tag name="KSO_WM_UNIT_INDEX" val="1_5_1"/>
  <p:tag name="KSO_WM_UNIT_ID" val="_17*l_h_i*1_5_1"/>
  <p:tag name="KSO_WM_UNIT_LAYERLEVEL" val="1_1_1"/>
  <p:tag name="KSO_WM_UNIT_HIGHLIGHT" val="0"/>
  <p:tag name="KSO_WM_UNIT_COMPATIBLE" val="0"/>
  <p:tag name="KSO_WM_UNIT_DIAGRAM_ISNUMVISUAL" val="0"/>
  <p:tag name="KSO_WM_UNIT_DIAGRAM_ISREFERUNIT" val="0"/>
  <p:tag name="KSO_WM_SLIDE_BACKGROUND_TYPE" val="navigation"/>
  <p:tag name="KSO_WM_SLIDE_BK_DARK_LIGHT" val="1"/>
</p:tagLst>
</file>

<file path=ppt/tags/tag147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K_DARK_LIGHT" val="1"/>
</p:tagLst>
</file>

<file path=ppt/tags/tag148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K_DARK_LIGHT" val="1"/>
</p:tagLst>
</file>

<file path=ppt/tags/tag149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K_DARK_LIGHT" val="1"/>
</p:tagLst>
</file>

<file path=ppt/tags/tag150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K_DARK_LIGHT" val="1"/>
</p:tagLst>
</file>

<file path=ppt/tags/tag151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K_DARK_LIGHT" val="1"/>
</p:tagLst>
</file>

<file path=ppt/tags/tag152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K_DARK_LIGHT" val="1"/>
</p:tagLst>
</file>

<file path=ppt/tags/tag153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K_DARK_LIGHT" val="1"/>
</p:tagLst>
</file>

<file path=ppt/tags/tag154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K_DARK_LIGHT" val="1"/>
</p:tagLst>
</file>

<file path=ppt/tags/tag155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K_DARK_LIGHT" val="1"/>
  <p:tag name="KSO_WM_UNIT_SUBTYPE" val="h"/>
  <p:tag name="KSO_WM_UNIT_TYPE" val="i"/>
  <p:tag name="KSO_WM_UNIT_INDEX" val="1"/>
  <p:tag name="KSO_WM_UNIT_BK_DARK_LIGHT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57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K_DARK_LIGHT" val="1"/>
</p:tagLst>
</file>

<file path=ppt/tags/tag158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K_DARK_LIGHT" val="1"/>
</p:tagLst>
</file>

<file path=ppt/tags/tag159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K_DARK_LIGHT" val="1"/>
</p:tagLst>
</file>

<file path=ppt/tags/tag160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K_DARK_LIGHT" val="1"/>
</p:tagLst>
</file>

<file path=ppt/tags/tag161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K_DARK_LIGHT" val="1"/>
</p:tagLst>
</file>

<file path=ppt/tags/tag16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0*i*1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.xml><?xml version="1.0" encoding="utf-8"?>
<p:tagLst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20184161"/>
</p:tagLst>
</file>

<file path=ppt/tags/tag164.xml><?xml version="1.0" encoding="utf-8"?>
<p:tagLst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2018416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TEMPLATE_CATEGORY" val="custom"/>
  <p:tag name="KSO_WM_TEMPLATE_INDEX" val="20184161"/>
  <p:tag name="KSO_WM_TAG_VERSION" val="1.0"/>
  <p:tag name="KSO_WM_BEAUTIFY_FLAG" val="#wm#"/>
  <p:tag name="KSO_WM_TEMPLATE_THUMBS_INDEX" val="1、6、7、11、5、14、17"/>
  <p:tag name="KSO_WM_TEMPLATE_SUBCATEGORY" val="0"/>
  <p:tag name="KSO_WM_TEMPLATE_MASTER_TYPE" val="1"/>
  <p:tag name="KSO_WM_TEMPLATE_COLOR_TYPE" val="0"/>
</p:tagLst>
</file>

<file path=ppt/tags/tag169.xml><?xml version="1.0" encoding="utf-8"?>
<p:tagLst xmlns:p="http://schemas.openxmlformats.org/presentationml/2006/main">
  <p:tag name="KSO_WM_UNIT_SUBTYPE" val="v"/>
  <p:tag name="KSO_WM_TEMPLATE_CATEGORY" val="chip"/>
  <p:tag name="KSO_WM_TEMPLATE_INDEX" val="20221575"/>
  <p:tag name="KSO_WM_UNIT_TYPE" val="i"/>
  <p:tag name="KSO_WM_UNIT_INDEX" val="1"/>
  <p:tag name="KSO_WM_UNIT_ID" val="chip20221575_1*i*1"/>
  <p:tag name="KSO_WM_BEAUTIFY_FLAG" val="#wm#"/>
  <p:tag name="KSO_WM_TAG_VERSION" val="1.0"/>
  <p:tag name="KSO_WM_CHIP_GROUPID" val="6209c1a9d5eb2dbc5c6dfe83"/>
  <p:tag name="KSO_WM_CHIP_XID" val="6209c1a9885c969e0bd1507a"/>
  <p:tag name="KSO_WM_UNIT_DEC_AREA_ID" val="3f7b6af2e640406780716be74b17cbe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3cc662e75e414550b3350da727bc6014"/>
</p:tagLst>
</file>

<file path=ppt/tags/tag170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3*i*1"/>
  <p:tag name="KSO_WM_BEAUTIFY_FLAG" val="#wm#"/>
  <p:tag name="KSO_WM_TAG_VERSION" val="1.0"/>
  <p:tag name="KSO_WM_CHIP_GROUPID" val="6209c1a9d5eb2dbc5c6dfe83"/>
  <p:tag name="KSO_WM_CHIP_XID" val="6209c1a9885c969e0bd150dc"/>
  <p:tag name="KSO_WM_UNIT_DEC_AREA_ID" val="7023275a643449008327190be1f8dc62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819c637d1224bb3b8753010dd2c10e7"/>
</p:tagLst>
</file>

<file path=ppt/tags/tag171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2*i*1"/>
  <p:tag name="KSO_WM_BEAUTIFY_FLAG" val="#wm#"/>
  <p:tag name="KSO_WM_TAG_VERSION" val="1.0"/>
  <p:tag name="KSO_WM_CHIP_GROUPID" val="6209c1a9d5eb2dbc5c6dfe83"/>
  <p:tag name="KSO_WM_CHIP_XID" val="6209c1a9885c969e0bd150db"/>
  <p:tag name="KSO_WM_UNIT_DEC_AREA_ID" val="f0066043cd2c4e96a485d63524f58dd1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111c5d21cf4437986374cbfaa2cf75c"/>
</p:tagLst>
</file>

<file path=ppt/tags/tag172.xml><?xml version="1.0" encoding="utf-8"?>
<p:tagLst xmlns:p="http://schemas.openxmlformats.org/presentationml/2006/main">
  <p:tag name="KSO_WM_UNIT_ISCONTENTSTITLE" val="0"/>
  <p:tag name="KSO_WM_UNIT_ISNUMDGMTITLE" val="0"/>
  <p:tag name="KSO_WM_UNIT_PRESET_TEXT" val="极简风财务季度报告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575_1*a*1"/>
  <p:tag name="KSO_WM_TEMPLATE_CATEGORY" val="custom"/>
  <p:tag name="KSO_WM_TEMPLATE_INDEX" val="20221575"/>
  <p:tag name="KSO_WM_UNIT_LAYERLEVEL" val="1"/>
  <p:tag name="KSO_WM_TAG_VERSION" val="1.0"/>
  <p:tag name="KSO_WM_BEAUTIFY_FLAG" val="#wm#"/>
  <p:tag name="KSO_WM_UNIT_DEFAULT_FONT" val="54;66;2"/>
  <p:tag name="KSO_WM_UNIT_BLOCK" val="0"/>
  <p:tag name="KSO_WM_UNIT_DEC_AREA_ID" val="f8c011113525456bbf2abd51e4f09d90"/>
  <p:tag name="KSO_WM_CHIP_GROUPID" val="6184fc6504b8904ebc644dba"/>
  <p:tag name="KSO_WM_CHIP_XID" val="6184fc6504b8904ebc644db7"/>
  <p:tag name="KSO_WM_CHIP_FILLAREA_FILL_RULE" val="{&quot;fill_align&quot;:&quot;cm&quot;,&quot;fill_mode&quot;:&quot;adaptive&quot;,&quot;sacle_strategy&quot;:&quot;smart&quot;}"/>
  <p:tag name="KSO_WM_ASSEMBLE_CHIP_INDEX" val="4cf25a1a60c04a1a9230cd4120ec67b0"/>
  <p:tag name="KSO_WM_UNIT_TEXT_FILL_FORE_SCHEMECOLOR_INDEX_BRIGHTNESS" val="0"/>
  <p:tag name="KSO_WM_UNIT_TEXT_FILL_FORE_SCHEMECOLOR_INDEX" val="5"/>
  <p:tag name="KSO_WM_UNIT_TEXT_FILL_TYPE" val="1"/>
  <p:tag name="KSO_WM_TEMPLATE_ASSEMBLE_XID" val="620c6183d5eb2dbc5c6f3803"/>
  <p:tag name="KSO_WM_TEMPLATE_ASSEMBLE_GROUPID" val="6209c1a9d5eb2dbc5c6dfe83"/>
</p:tagLst>
</file>

<file path=ppt/tags/tag1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1575_1*b*1"/>
  <p:tag name="KSO_WM_TEMPLATE_CATEGORY" val="custom"/>
  <p:tag name="KSO_WM_TEMPLATE_INDEX" val="20221575"/>
  <p:tag name="KSO_WM_UNIT_LAYERLEVEL" val="1"/>
  <p:tag name="KSO_WM_TAG_VERSION" val="1.0"/>
  <p:tag name="KSO_WM_BEAUTIFY_FLAG" val="#wm#"/>
  <p:tag name="KSO_WM_UNIT_DEFAULT_FONT" val="20;22;2"/>
  <p:tag name="KSO_WM_UNIT_BLOCK" val="0"/>
  <p:tag name="KSO_WM_UNIT_DEC_AREA_ID" val="fb059be894f542109b2fa7e46d320a6b"/>
  <p:tag name="KSO_WM_CHIP_GROUPID" val="6184fc6504b8904ebc644dba"/>
  <p:tag name="KSO_WM_CHIP_XID" val="6184fc6504b8904ebc644db7"/>
  <p:tag name="KSO_WM_CHIP_FILLAREA_FILL_RULE" val="{&quot;fill_align&quot;:&quot;cm&quot;,&quot;fill_mode&quot;:&quot;adaptive&quot;,&quot;sacle_strategy&quot;:&quot;smart&quot;}"/>
  <p:tag name="KSO_WM_ASSEMBLE_CHIP_INDEX" val="4cf25a1a60c04a1a9230cd4120ec67b0"/>
  <p:tag name="KSO_WM_UNIT_TEXT_FILL_FORE_SCHEMECOLOR_INDEX_BRIGHTNESS" val="0"/>
  <p:tag name="KSO_WM_UNIT_TEXT_FILL_FORE_SCHEMECOLOR_INDEX" val="5"/>
  <p:tag name="KSO_WM_UNIT_TEXT_FILL_TYPE" val="1"/>
  <p:tag name="KSO_WM_TEMPLATE_ASSEMBLE_XID" val="620c6183d5eb2dbc5c6f3803"/>
  <p:tag name="KSO_WM_TEMPLATE_ASSEMBLE_GROUPID" val="6209c1a9d5eb2dbc5c6dfe83"/>
</p:tagLst>
</file>

<file path=ppt/tags/tag174.xml><?xml version="1.0" encoding="utf-8"?>
<p:tagLst xmlns:p="http://schemas.openxmlformats.org/presentationml/2006/main">
  <p:tag name="KSO_WM_UNIT_SUBTYPE" val="v"/>
  <p:tag name="KSO_WM_TEMPLATE_CATEGORY" val="chip"/>
  <p:tag name="KSO_WM_TEMPLATE_INDEX" val="20221575"/>
  <p:tag name="KSO_WM_UNIT_TYPE" val="i"/>
  <p:tag name="KSO_WM_UNIT_INDEX" val="1"/>
  <p:tag name="KSO_WM_UNIT_ID" val="chip20221575_10*i*1"/>
  <p:tag name="KSO_WM_BEAUTIFY_FLAG" val="#wm#"/>
  <p:tag name="KSO_WM_TAG_VERSION" val="1.0"/>
  <p:tag name="KSO_WM_CHIP_GROUPID" val="6209c1a9d5eb2dbc5c6dfe83"/>
  <p:tag name="KSO_WM_CHIP_XID" val="6209c1a9885c969e0bd1506d"/>
  <p:tag name="KSO_WM_UNIT_DEC_AREA_ID" val="79f5f798262b47cb870bd0c961f464b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0cf8d8c9c404b79a6b407f776172b89"/>
</p:tagLst>
</file>

<file path=ppt/tags/tag175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1*i*1"/>
  <p:tag name="KSO_WM_BEAUTIFY_FLAG" val="#wm#"/>
  <p:tag name="KSO_WM_TAG_VERSION" val="1.0"/>
  <p:tag name="KSO_WM_CHIP_GROUPID" val="6209c1a9d5eb2dbc5c6dfe83"/>
  <p:tag name="KSO_WM_CHIP_XID" val="6209c1a9885c969e0bd15050"/>
  <p:tag name="KSO_WM_UNIT_DEC_AREA_ID" val="b1a40b61907f4596b126c0e8331ddd24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562be9a81f54df1995e3525ac6a65ea"/>
</p:tagLst>
</file>

<file path=ppt/tags/tag176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2*i*1"/>
  <p:tag name="KSO_WM_BEAUTIFY_FLAG" val="#wm#"/>
  <p:tag name="KSO_WM_TAG_VERSION" val="1.0"/>
  <p:tag name="KSO_WM_CHIP_GROUPID" val="6209c1a9d5eb2dbc5c6dfe83"/>
  <p:tag name="KSO_WM_CHIP_XID" val="6209c1a9885c969e0bd15058"/>
  <p:tag name="KSO_WM_UNIT_DEC_AREA_ID" val="763841c130e4451aa26bf4e646611121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d97c8807cfe4db69322cc2b3bc09c9f"/>
</p:tagLst>
</file>

<file path=ppt/tags/tag177.xml><?xml version="1.0" encoding="utf-8"?>
<p:tagLst xmlns:p="http://schemas.openxmlformats.org/presentationml/2006/main">
  <p:tag name="KSO_WM_UNIT_SUBTYPE" val="v"/>
  <p:tag name="KSO_WM_TEMPLATE_CATEGORY" val="chip"/>
  <p:tag name="KSO_WM_TEMPLATE_INDEX" val="20221575"/>
  <p:tag name="KSO_WM_UNIT_TYPE" val="i"/>
  <p:tag name="KSO_WM_UNIT_INDEX" val="1"/>
  <p:tag name="KSO_WM_UNIT_ID" val="chip20221575_4*i*1"/>
  <p:tag name="KSO_WM_BEAUTIFY_FLAG" val="#wm#"/>
  <p:tag name="KSO_WM_TAG_VERSION" val="1.0"/>
  <p:tag name="KSO_WM_CHIP_GROUPID" val="6209c1a9d5eb2dbc5c6dfe83"/>
  <p:tag name="KSO_WM_CHIP_XID" val="6209c1a9885c969e0bd15047"/>
  <p:tag name="KSO_WM_UNIT_DEC_AREA_ID" val="43996197baff4b1a8e71f742523d84d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24fe680226484a7d906d1fc012f14f92"/>
</p:tagLst>
</file>

<file path=ppt/tags/tag178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6*i*1"/>
  <p:tag name="KSO_WM_BEAUTIFY_FLAG" val="#wm#"/>
  <p:tag name="KSO_WM_TAG_VERSION" val="1.0"/>
  <p:tag name="KSO_WM_CHIP_GROUPID" val="6209c1a9d5eb2dbc5c6dfe83"/>
  <p:tag name="KSO_WM_CHIP_XID" val="6209c1a9885c969e0bd15046"/>
  <p:tag name="KSO_WM_UNIT_DEC_AREA_ID" val="c96a2214a758455d80552bd207c270ea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d1544e69dca448e91d5d44623775d1e"/>
</p:tagLst>
</file>

<file path=ppt/tags/tag179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5*i*1"/>
  <p:tag name="KSO_WM_BEAUTIFY_FLAG" val="#wm#"/>
  <p:tag name="KSO_WM_TAG_VERSION" val="1.0"/>
  <p:tag name="KSO_WM_CHIP_GROUPID" val="6209c1a9d5eb2dbc5c6dfe83"/>
  <p:tag name="KSO_WM_CHIP_XID" val="6209c1a9885c969e0bd15045"/>
  <p:tag name="KSO_WM_UNIT_DEC_AREA_ID" val="a731318af3144b03903742868e56854d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517bdd8826e424b8e05bc901132d693"/>
</p:tagLst>
</file>

<file path=ppt/tags/tag18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575_1*a*1"/>
  <p:tag name="KSO_WM_TEMPLATE_CATEGORY" val="custom"/>
  <p:tag name="KSO_WM_TEMPLATE_INDEX" val="20221575"/>
  <p:tag name="KSO_WM_UNIT_LAYERLEVEL" val="1"/>
  <p:tag name="KSO_WM_TAG_VERSION" val="1.0"/>
  <p:tag name="KSO_WM_BEAUTIFY_FLAG" val="#wm#"/>
  <p:tag name="KSO_WM_UNIT_DEFAULT_FONT" val="66;72;2"/>
  <p:tag name="KSO_WM_UNIT_BLOCK" val="0"/>
  <p:tag name="KSO_WM_UNIT_DEC_AREA_ID" val="19a822a425ea420e88e2e8b4eb747be7"/>
  <p:tag name="KSO_WM_CHIP_GROUPID" val="618886c004b8904ebc644f8f"/>
  <p:tag name="KSO_WM_CHIP_XID" val="618886c004b8904ebc644f8c"/>
  <p:tag name="KSO_WM_CHIP_FILLAREA_FILL_RULE" val="{&quot;fill_align&quot;:&quot;cm&quot;,&quot;fill_mode&quot;:&quot;adaptive&quot;,&quot;sacle_strategy&quot;:&quot;smart&quot;}"/>
  <p:tag name="KSO_WM_ASSEMBLE_CHIP_INDEX" val="30d21b9391e54a0e86603f4728119c0c"/>
  <p:tag name="KSO_WM_UNIT_TEXT_FILL_FORE_SCHEMECOLOR_INDEX_BRIGHTNESS" val="0.15"/>
  <p:tag name="KSO_WM_UNIT_TEXT_FILL_FORE_SCHEMECOLOR_INDEX" val="13"/>
  <p:tag name="KSO_WM_UNIT_TEXT_FILL_TYPE" val="1"/>
  <p:tag name="KSO_WM_TEMPLATE_ASSEMBLE_XID" val="620c6183885c969e0bd23b90"/>
  <p:tag name="KSO_WM_TEMPLATE_ASSEMBLE_GROUPID" val="6209c1a9d5eb2dbc5c6dfe83"/>
</p:tagLst>
</file>

<file path=ppt/tags/tag181.xml><?xml version="1.0" encoding="utf-8"?>
<p:tagLst xmlns:p="http://schemas.openxmlformats.org/presentationml/2006/main">
  <p:tag name="KSO_WM_UNIT_SUBTYPE" val="v"/>
  <p:tag name="KSO_WM_TEMPLATE_CATEGORY" val="chip"/>
  <p:tag name="KSO_WM_TEMPLATE_INDEX" val="20221575"/>
  <p:tag name="KSO_WM_UNIT_TYPE" val="i"/>
  <p:tag name="KSO_WM_UNIT_INDEX" val="1"/>
  <p:tag name="KSO_WM_UNIT_ID" val="chip20221575_10*i*1"/>
  <p:tag name="KSO_WM_BEAUTIFY_FLAG" val="#wm#"/>
  <p:tag name="KSO_WM_TAG_VERSION" val="1.0"/>
  <p:tag name="KSO_WM_CHIP_GROUPID" val="6209c1a9d5eb2dbc5c6dfe83"/>
  <p:tag name="KSO_WM_CHIP_XID" val="6209c1a9885c969e0bd1506d"/>
  <p:tag name="KSO_WM_UNIT_DEC_AREA_ID" val="79f5f798262b47cb870bd0c961f464b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0cf8d8c9c404b79a6b407f776172b89"/>
</p:tagLst>
</file>

<file path=ppt/tags/tag182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1*i*1"/>
  <p:tag name="KSO_WM_BEAUTIFY_FLAG" val="#wm#"/>
  <p:tag name="KSO_WM_TAG_VERSION" val="1.0"/>
  <p:tag name="KSO_WM_CHIP_GROUPID" val="6209c1a9d5eb2dbc5c6dfe83"/>
  <p:tag name="KSO_WM_CHIP_XID" val="6209c1a9885c969e0bd15050"/>
  <p:tag name="KSO_WM_UNIT_DEC_AREA_ID" val="b1a40b61907f4596b126c0e8331ddd24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562be9a81f54df1995e3525ac6a65ea"/>
</p:tagLst>
</file>

<file path=ppt/tags/tag183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2*i*1"/>
  <p:tag name="KSO_WM_BEAUTIFY_FLAG" val="#wm#"/>
  <p:tag name="KSO_WM_TAG_VERSION" val="1.0"/>
  <p:tag name="KSO_WM_CHIP_GROUPID" val="6209c1a9d5eb2dbc5c6dfe83"/>
  <p:tag name="KSO_WM_CHIP_XID" val="6209c1a9885c969e0bd15058"/>
  <p:tag name="KSO_WM_UNIT_DEC_AREA_ID" val="763841c130e4451aa26bf4e646611121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d97c8807cfe4db69322cc2b3bc09c9f"/>
</p:tagLst>
</file>

<file path=ppt/tags/tag184.xml><?xml version="1.0" encoding="utf-8"?>
<p:tagLst xmlns:p="http://schemas.openxmlformats.org/presentationml/2006/main">
  <p:tag name="KSO_WM_UNIT_SUBTYPE" val="v"/>
  <p:tag name="KSO_WM_TEMPLATE_CATEGORY" val="chip"/>
  <p:tag name="KSO_WM_TEMPLATE_INDEX" val="20221575"/>
  <p:tag name="KSO_WM_UNIT_TYPE" val="i"/>
  <p:tag name="KSO_WM_UNIT_INDEX" val="1"/>
  <p:tag name="KSO_WM_UNIT_ID" val="chip20221575_10*i*1"/>
  <p:tag name="KSO_WM_BEAUTIFY_FLAG" val="#wm#"/>
  <p:tag name="KSO_WM_TAG_VERSION" val="1.0"/>
  <p:tag name="KSO_WM_CHIP_GROUPID" val="6209c1a9d5eb2dbc5c6dfe83"/>
  <p:tag name="KSO_WM_CHIP_XID" val="6209c1a9885c969e0bd1506d"/>
  <p:tag name="KSO_WM_UNIT_DEC_AREA_ID" val="79f5f798262b47cb870bd0c961f464b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0cf8d8c9c404b79a6b407f776172b89"/>
</p:tagLst>
</file>

<file path=ppt/tags/tag185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1*i*1"/>
  <p:tag name="KSO_WM_BEAUTIFY_FLAG" val="#wm#"/>
  <p:tag name="KSO_WM_TAG_VERSION" val="1.0"/>
  <p:tag name="KSO_WM_CHIP_GROUPID" val="6209c1a9d5eb2dbc5c6dfe83"/>
  <p:tag name="KSO_WM_CHIP_XID" val="6209c1a9885c969e0bd15050"/>
  <p:tag name="KSO_WM_UNIT_DEC_AREA_ID" val="b1a40b61907f4596b126c0e8331ddd24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562be9a81f54df1995e3525ac6a65ea"/>
</p:tagLst>
</file>

<file path=ppt/tags/tag186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2*i*1"/>
  <p:tag name="KSO_WM_BEAUTIFY_FLAG" val="#wm#"/>
  <p:tag name="KSO_WM_TAG_VERSION" val="1.0"/>
  <p:tag name="KSO_WM_CHIP_GROUPID" val="6209c1a9d5eb2dbc5c6dfe83"/>
  <p:tag name="KSO_WM_CHIP_XID" val="6209c1a9885c969e0bd15058"/>
  <p:tag name="KSO_WM_UNIT_DEC_AREA_ID" val="763841c130e4451aa26bf4e646611121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d97c8807cfe4db69322cc2b3bc09c9f"/>
</p:tagLst>
</file>

<file path=ppt/tags/tag187.xml><?xml version="1.0" encoding="utf-8"?>
<p:tagLst xmlns:p="http://schemas.openxmlformats.org/presentationml/2006/main">
  <p:tag name="KSO_WM_UNIT_SUBTYPE" val="v"/>
  <p:tag name="KSO_WM_TEMPLATE_CATEGORY" val="chip"/>
  <p:tag name="KSO_WM_TEMPLATE_INDEX" val="20221575"/>
  <p:tag name="KSO_WM_UNIT_TYPE" val="i"/>
  <p:tag name="KSO_WM_UNIT_INDEX" val="1"/>
  <p:tag name="KSO_WM_UNIT_ID" val="chip20221575_7*i*1"/>
  <p:tag name="KSO_WM_BEAUTIFY_FLAG" val="#wm#"/>
  <p:tag name="KSO_WM_TAG_VERSION" val="1.0"/>
  <p:tag name="KSO_WM_CHIP_GROUPID" val="6209c1a9d5eb2dbc5c6dfe83"/>
  <p:tag name="KSO_WM_CHIP_XID" val="6209c1a9885c969e0bd14f63"/>
  <p:tag name="KSO_WM_UNIT_DEC_AREA_ID" val="329d5e359e5d4f6397bd421252674ad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80900620683424ea10d666e18b7f5e2"/>
</p:tagLst>
</file>

<file path=ppt/tags/tag188.xml><?xml version="1.0" encoding="utf-8"?>
<p:tagLst xmlns:p="http://schemas.openxmlformats.org/presentationml/2006/main">
  <p:tag name="KSO_WM_UNIT_SUBTYPE" val="r"/>
  <p:tag name="KSO_WM_TEMPLATE_CATEGORY" val="chip"/>
  <p:tag name="KSO_WM_TEMPLATE_INDEX" val="20221575"/>
  <p:tag name="KSO_WM_UNIT_TYPE" val="i"/>
  <p:tag name="KSO_WM_UNIT_INDEX" val="1"/>
  <p:tag name="KSO_WM_UNIT_ID" val="chip20221575_9*i*1"/>
  <p:tag name="KSO_WM_BEAUTIFY_FLAG" val="#wm#"/>
  <p:tag name="KSO_WM_TAG_VERSION" val="1.0"/>
  <p:tag name="KSO_WM_CHIP_GROUPID" val="6209c1a9d5eb2dbc5c6dfe83"/>
  <p:tag name="KSO_WM_CHIP_XID" val="6209c1a9885c969e0bd14f43"/>
  <p:tag name="KSO_WM_UNIT_DEC_AREA_ID" val="b7d88a2a397e4bf7a2b9c76f48bf1702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1272b308b1f4da386bb79fc978d949f"/>
</p:tagLst>
</file>

<file path=ppt/tags/tag189.xml><?xml version="1.0" encoding="utf-8"?>
<p:tagLst xmlns:p="http://schemas.openxmlformats.org/presentationml/2006/main">
  <p:tag name="KSO_WM_UNIT_SUBTYPE" val="v"/>
  <p:tag name="KSO_WM_TEMPLATE_CATEGORY" val="chip"/>
  <p:tag name="KSO_WM_TEMPLATE_INDEX" val="20221575"/>
  <p:tag name="KSO_WM_UNIT_TYPE" val="i"/>
  <p:tag name="KSO_WM_UNIT_INDEX" val="1"/>
  <p:tag name="KSO_WM_UNIT_ID" val="chip20221575_8*i*1"/>
  <p:tag name="KSO_WM_BEAUTIFY_FLAG" val="#wm#"/>
  <p:tag name="KSO_WM_TAG_VERSION" val="1.0"/>
  <p:tag name="KSO_WM_CHIP_GROUPID" val="6209c1a9d5eb2dbc5c6dfe83"/>
  <p:tag name="KSO_WM_CHIP_XID" val="6209c1a9885c969e0bd14f79"/>
  <p:tag name="KSO_WM_UNIT_DEC_AREA_ID" val="def8c072ee234dc283c7607e745b5839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1d00183c20a44ef1b7b319db95d149ef"/>
</p:tagLst>
</file>

<file path=ppt/tags/tag190.xml><?xml version="1.0" encoding="utf-8"?>
<p:tagLst xmlns:p="http://schemas.openxmlformats.org/presentationml/2006/main">
  <p:tag name="KSO_WM_UNIT_SUBTYPE" val="v"/>
  <p:tag name="KSO_WM_TEMPLATE_CATEGORY" val="chip"/>
  <p:tag name="KSO_WM_TEMPLATE_INDEX" val="20221575"/>
  <p:tag name="KSO_WM_UNIT_TYPE" val="i"/>
  <p:tag name="KSO_WM_UNIT_INDEX" val="1"/>
  <p:tag name="KSO_WM_UNIT_ID" val="chip20221575_10*i*1"/>
  <p:tag name="KSO_WM_BEAUTIFY_FLAG" val="#wm#"/>
  <p:tag name="KSO_WM_TAG_VERSION" val="1.0"/>
  <p:tag name="KSO_WM_CHIP_GROUPID" val="6209c1a9d5eb2dbc5c6dfe83"/>
  <p:tag name="KSO_WM_CHIP_XID" val="6209c1a9885c969e0bd1506d"/>
  <p:tag name="KSO_WM_UNIT_DEC_AREA_ID" val="79f5f798262b47cb870bd0c961f464b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0cf8d8c9c404b79a6b407f776172b89"/>
</p:tagLst>
</file>

<file path=ppt/tags/tag191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1*i*1"/>
  <p:tag name="KSO_WM_BEAUTIFY_FLAG" val="#wm#"/>
  <p:tag name="KSO_WM_TAG_VERSION" val="1.0"/>
  <p:tag name="KSO_WM_CHIP_GROUPID" val="6209c1a9d5eb2dbc5c6dfe83"/>
  <p:tag name="KSO_WM_CHIP_XID" val="6209c1a9885c969e0bd15050"/>
  <p:tag name="KSO_WM_UNIT_DEC_AREA_ID" val="b1a40b61907f4596b126c0e8331ddd24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562be9a81f54df1995e3525ac6a65ea"/>
</p:tagLst>
</file>

<file path=ppt/tags/tag192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2*i*1"/>
  <p:tag name="KSO_WM_BEAUTIFY_FLAG" val="#wm#"/>
  <p:tag name="KSO_WM_TAG_VERSION" val="1.0"/>
  <p:tag name="KSO_WM_CHIP_GROUPID" val="6209c1a9d5eb2dbc5c6dfe83"/>
  <p:tag name="KSO_WM_CHIP_XID" val="6209c1a9885c969e0bd15058"/>
  <p:tag name="KSO_WM_UNIT_DEC_AREA_ID" val="763841c130e4451aa26bf4e646611121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d97c8807cfe4db69322cc2b3bc09c9f"/>
</p:tagLst>
</file>

<file path=ppt/tags/tag193.xml><?xml version="1.0" encoding="utf-8"?>
<p:tagLst xmlns:p="http://schemas.openxmlformats.org/presentationml/2006/main">
  <p:tag name="KSO_WM_UNIT_SUBTYPE" val="v"/>
  <p:tag name="KSO_WM_TEMPLATE_CATEGORY" val="chip"/>
  <p:tag name="KSO_WM_TEMPLATE_INDEX" val="20221575"/>
  <p:tag name="KSO_WM_UNIT_TYPE" val="i"/>
  <p:tag name="KSO_WM_UNIT_INDEX" val="1"/>
  <p:tag name="KSO_WM_UNIT_ID" val="chip20221575_10*i*1"/>
  <p:tag name="KSO_WM_BEAUTIFY_FLAG" val="#wm#"/>
  <p:tag name="KSO_WM_TAG_VERSION" val="1.0"/>
  <p:tag name="KSO_WM_CHIP_GROUPID" val="6209c1a9d5eb2dbc5c6dfe83"/>
  <p:tag name="KSO_WM_CHIP_XID" val="6209c1a9885c969e0bd1506d"/>
  <p:tag name="KSO_WM_UNIT_DEC_AREA_ID" val="79f5f798262b47cb870bd0c961f464b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0cf8d8c9c404b79a6b407f776172b89"/>
</p:tagLst>
</file>

<file path=ppt/tags/tag194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1*i*1"/>
  <p:tag name="KSO_WM_BEAUTIFY_FLAG" val="#wm#"/>
  <p:tag name="KSO_WM_TAG_VERSION" val="1.0"/>
  <p:tag name="KSO_WM_CHIP_GROUPID" val="6209c1a9d5eb2dbc5c6dfe83"/>
  <p:tag name="KSO_WM_CHIP_XID" val="6209c1a9885c969e0bd15050"/>
  <p:tag name="KSO_WM_UNIT_DEC_AREA_ID" val="b1a40b61907f4596b126c0e8331ddd24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562be9a81f54df1995e3525ac6a65ea"/>
</p:tagLst>
</file>

<file path=ppt/tags/tag195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2*i*1"/>
  <p:tag name="KSO_WM_BEAUTIFY_FLAG" val="#wm#"/>
  <p:tag name="KSO_WM_TAG_VERSION" val="1.0"/>
  <p:tag name="KSO_WM_CHIP_GROUPID" val="6209c1a9d5eb2dbc5c6dfe83"/>
  <p:tag name="KSO_WM_CHIP_XID" val="6209c1a9885c969e0bd15058"/>
  <p:tag name="KSO_WM_UNIT_DEC_AREA_ID" val="763841c130e4451aa26bf4e646611121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d97c8807cfe4db69322cc2b3bc09c9f"/>
</p:tagLst>
</file>

<file path=ppt/tags/tag196.xml><?xml version="1.0" encoding="utf-8"?>
<p:tagLst xmlns:p="http://schemas.openxmlformats.org/presentationml/2006/main">
  <p:tag name="KSO_WM_UNIT_SUBTYPE" val="v"/>
  <p:tag name="KSO_WM_TEMPLATE_CATEGORY" val="chip"/>
  <p:tag name="KSO_WM_TEMPLATE_INDEX" val="20221575"/>
  <p:tag name="KSO_WM_UNIT_TYPE" val="i"/>
  <p:tag name="KSO_WM_UNIT_INDEX" val="1"/>
  <p:tag name="KSO_WM_UNIT_ID" val="chip20221575_10*i*1"/>
  <p:tag name="KSO_WM_BEAUTIFY_FLAG" val="#wm#"/>
  <p:tag name="KSO_WM_TAG_VERSION" val="1.0"/>
  <p:tag name="KSO_WM_CHIP_GROUPID" val="6209c1a9d5eb2dbc5c6dfe83"/>
  <p:tag name="KSO_WM_CHIP_XID" val="6209c1a9885c969e0bd1506d"/>
  <p:tag name="KSO_WM_UNIT_DEC_AREA_ID" val="79f5f798262b47cb870bd0c961f464b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0cf8d8c9c404b79a6b407f776172b89"/>
</p:tagLst>
</file>

<file path=ppt/tags/tag197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1*i*1"/>
  <p:tag name="KSO_WM_BEAUTIFY_FLAG" val="#wm#"/>
  <p:tag name="KSO_WM_TAG_VERSION" val="1.0"/>
  <p:tag name="KSO_WM_CHIP_GROUPID" val="6209c1a9d5eb2dbc5c6dfe83"/>
  <p:tag name="KSO_WM_CHIP_XID" val="6209c1a9885c969e0bd15050"/>
  <p:tag name="KSO_WM_UNIT_DEC_AREA_ID" val="b1a40b61907f4596b126c0e8331ddd24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562be9a81f54df1995e3525ac6a65ea"/>
</p:tagLst>
</file>

<file path=ppt/tags/tag198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2*i*1"/>
  <p:tag name="KSO_WM_BEAUTIFY_FLAG" val="#wm#"/>
  <p:tag name="KSO_WM_TAG_VERSION" val="1.0"/>
  <p:tag name="KSO_WM_CHIP_GROUPID" val="6209c1a9d5eb2dbc5c6dfe83"/>
  <p:tag name="KSO_WM_CHIP_XID" val="6209c1a9885c969e0bd15058"/>
  <p:tag name="KSO_WM_UNIT_DEC_AREA_ID" val="763841c130e4451aa26bf4e646611121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d97c8807cfe4db69322cc2b3bc09c9f"/>
</p:tagLst>
</file>

<file path=ppt/tags/tag199.xml><?xml version="1.0" encoding="utf-8"?>
<p:tagLst xmlns:p="http://schemas.openxmlformats.org/presentationml/2006/main">
  <p:tag name="KSO_WM_UNIT_SUBTYPE" val="v"/>
  <p:tag name="KSO_WM_TEMPLATE_CATEGORY" val="chip"/>
  <p:tag name="KSO_WM_TEMPLATE_INDEX" val="20221575"/>
  <p:tag name="KSO_WM_UNIT_TYPE" val="i"/>
  <p:tag name="KSO_WM_UNIT_INDEX" val="1"/>
  <p:tag name="KSO_WM_UNIT_ID" val="chip20221575_13*i*1"/>
  <p:tag name="KSO_WM_BEAUTIFY_FLAG" val="#wm#"/>
  <p:tag name="KSO_WM_TAG_VERSION" val="1.0"/>
  <p:tag name="KSO_WM_CHIP_GROUPID" val="6209c1a9d5eb2dbc5c6dfe83"/>
  <p:tag name="KSO_WM_CHIP_XID" val="6209c1a9885c969e0bd14fd0"/>
  <p:tag name="KSO_WM_UNIT_DEC_AREA_ID" val="cd6c31fccf7b4da4b280e3e7d7f2a861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e2e097282034f188e8c222df8e190ad"/>
</p:tagLst>
</file>

<file path=ppt/tags/tag200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5*i*1"/>
  <p:tag name="KSO_WM_BEAUTIFY_FLAG" val="#wm#"/>
  <p:tag name="KSO_WM_TAG_VERSION" val="1.0"/>
  <p:tag name="KSO_WM_CHIP_GROUPID" val="6209c1a9d5eb2dbc5c6dfe83"/>
  <p:tag name="KSO_WM_CHIP_XID" val="6209c1a9885c969e0bd14f8c"/>
  <p:tag name="KSO_WM_UNIT_DEC_AREA_ID" val="10e572c5b5114653ab35f8bf780400e7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7d0f03b826cb4559924e5ef6ea53a522"/>
</p:tagLst>
</file>

<file path=ppt/tags/tag201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6*i*1"/>
  <p:tag name="KSO_WM_BEAUTIFY_FLAG" val="#wm#"/>
  <p:tag name="KSO_WM_TAG_VERSION" val="1.0"/>
  <p:tag name="KSO_WM_CHIP_GROUPID" val="6209c1a9d5eb2dbc5c6dfe83"/>
  <p:tag name="KSO_WM_CHIP_XID" val="6209c1a9885c969e0bd14f92"/>
  <p:tag name="KSO_WM_UNIT_DEC_AREA_ID" val="89d7d7052efb41a783b8bfa277895a8a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2c86c1fa622405eba59c050fbca4a49"/>
</p:tagLst>
</file>

<file path=ppt/tags/tag202.xml><?xml version="1.0" encoding="utf-8"?>
<p:tagLst xmlns:p="http://schemas.openxmlformats.org/presentationml/2006/main">
  <p:tag name="KSO_WM_UNIT_SUBTYPE" val="u"/>
  <p:tag name="KSO_WM_TEMPLATE_CATEGORY" val="chip"/>
  <p:tag name="KSO_WM_TEMPLATE_INDEX" val="20221575"/>
  <p:tag name="KSO_WM_UNIT_TYPE" val="i"/>
  <p:tag name="KSO_WM_UNIT_INDEX" val="1"/>
  <p:tag name="KSO_WM_UNIT_ID" val="chip20221575_14*i*1"/>
  <p:tag name="KSO_WM_BEAUTIFY_FLAG" val="#wm#"/>
  <p:tag name="KSO_WM_TAG_VERSION" val="1.0"/>
  <p:tag name="KSO_WM_CHIP_GROUPID" val="6209c1a9d5eb2dbc5c6dfe83"/>
  <p:tag name="KSO_WM_CHIP_XID" val="6209c1a9885c969e0bd14fb0"/>
  <p:tag name="KSO_WM_UNIT_DEC_AREA_ID" val="e0f2146b60a7407fa7b4befe957262a3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37cac386ed54e768a8fda9666e21649"/>
</p:tagLst>
</file>

<file path=ppt/tags/tag203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大家观看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575_1*a*1"/>
  <p:tag name="KSO_WM_TEMPLATE_CATEGORY" val="custom"/>
  <p:tag name="KSO_WM_TEMPLATE_INDEX" val="20221575"/>
  <p:tag name="KSO_WM_UNIT_LAYERLEVEL" val="1"/>
  <p:tag name="KSO_WM_TAG_VERSION" val="1.0"/>
  <p:tag name="KSO_WM_BEAUTIFY_FLAG" val="#wm#"/>
  <p:tag name="KSO_WM_UNIT_DEFAULT_FONT" val="66;80;2"/>
  <p:tag name="KSO_WM_UNIT_BLOCK" val="0"/>
  <p:tag name="KSO_WM_UNIT_DEC_AREA_ID" val="e5448a0001b04ad6bd9f84d65e6f8b10"/>
  <p:tag name="KSO_WM_CHIP_GROUPID" val="6163a87d42060bf59843e030"/>
  <p:tag name="KSO_WM_CHIP_XID" val="6163a87d42060bf59843e02e"/>
  <p:tag name="KSO_WM_CHIP_FILLAREA_FILL_RULE" val="{&quot;fill_align&quot;:&quot;cm&quot;,&quot;fill_mode&quot;:&quot;adaptive&quot;,&quot;sacle_strategy&quot;:&quot;smart&quot;}"/>
  <p:tag name="KSO_WM_ASSEMBLE_CHIP_INDEX" val="e2d6030c16ba49319b9b761fa576c31d"/>
  <p:tag name="KSO_WM_UNIT_TEXT_FILL_FORE_SCHEMECOLOR_INDEX_BRIGHTNESS" val="0"/>
  <p:tag name="KSO_WM_UNIT_TEXT_FILL_FORE_SCHEMECOLOR_INDEX" val="13"/>
  <p:tag name="KSO_WM_UNIT_TEXT_FILL_TYPE" val="1"/>
  <p:tag name="KSO_WM_TEMPLATE_ASSEMBLE_XID" val="620c6183d5eb2dbc5c6f38b2"/>
  <p:tag name="KSO_WM_TEMPLATE_ASSEMBLE_GROUPID" val="6209c1a9d5eb2dbc5c6dfe83"/>
</p:tagLst>
</file>

<file path=ppt/tags/tag204.xml><?xml version="1.0" encoding="utf-8"?>
<p:tagLst xmlns:p="http://schemas.openxmlformats.org/presentationml/2006/main">
  <p:tag name="KSO_WM_UNIT_ISCONTENTSTITLE" val="0"/>
  <p:tag name="KSO_WM_UNIT_ISNUMDGMTITLE" val="0"/>
  <p:tag name="KSO_WM_UNIT_PRESET_TEXT" val="FOR WATCHING"/>
  <p:tag name="KSO_WM_UNIT_NOCLEAR" val="0"/>
  <p:tag name="KSO_WM_UNIT_VALUE" val="1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1575_1*b*1"/>
  <p:tag name="KSO_WM_TEMPLATE_CATEGORY" val="custom"/>
  <p:tag name="KSO_WM_TEMPLATE_INDEX" val="20221575"/>
  <p:tag name="KSO_WM_UNIT_LAYERLEVEL" val="1"/>
  <p:tag name="KSO_WM_TAG_VERSION" val="1.0"/>
  <p:tag name="KSO_WM_BEAUTIFY_FLAG" val="#wm#"/>
  <p:tag name="KSO_WM_UNIT_DEFAULT_FONT" val="24;32;2"/>
  <p:tag name="KSO_WM_UNIT_BLOCK" val="0"/>
  <p:tag name="KSO_WM_UNIT_DEC_AREA_ID" val="2e856fda34254c038a98ea1753272940"/>
  <p:tag name="KSO_WM_CHIP_GROUPID" val="6163a87d42060bf59843e030"/>
  <p:tag name="KSO_WM_CHIP_XID" val="6163a87d42060bf59843e02e"/>
  <p:tag name="KSO_WM_CHIP_FILLAREA_FILL_RULE" val="{&quot;fill_align&quot;:&quot;cm&quot;,&quot;fill_mode&quot;:&quot;adaptive&quot;,&quot;sacle_strategy&quot;:&quot;smart&quot;}"/>
  <p:tag name="KSO_WM_ASSEMBLE_CHIP_INDEX" val="e2d6030c16ba49319b9b761fa576c31d"/>
  <p:tag name="KSO_WM_UNIT_TEXT_FILL_FORE_SCHEMECOLOR_INDEX_BRIGHTNESS" val="0"/>
  <p:tag name="KSO_WM_UNIT_TEXT_FILL_FORE_SCHEMECOLOR_INDEX" val="5"/>
  <p:tag name="KSO_WM_UNIT_TEXT_FILL_TYPE" val="1"/>
  <p:tag name="KSO_WM_TEMPLATE_ASSEMBLE_XID" val="620c6183d5eb2dbc5c6f38b2"/>
  <p:tag name="KSO_WM_TEMPLATE_ASSEMBLE_GROUPID" val="6209c1a9d5eb2dbc5c6dfe83"/>
</p:tagLst>
</file>

<file path=ppt/tags/tag205.xml><?xml version="1.0" encoding="utf-8"?>
<p:tagLst xmlns:p="http://schemas.openxmlformats.org/presentationml/2006/main">
  <p:tag name="KSO_WM_UNIT_SUBTYPE" val="v"/>
  <p:tag name="KSO_WM_TEMPLATE_CATEGORY" val="chip"/>
  <p:tag name="KSO_WM_TEMPLATE_INDEX" val="20221575"/>
  <p:tag name="KSO_WM_UNIT_TYPE" val="i"/>
  <p:tag name="KSO_WM_UNIT_INDEX" val="1"/>
  <p:tag name="KSO_WM_UNIT_ID" val="chip20221575_10*i*1"/>
  <p:tag name="KSO_WM_BEAUTIFY_FLAG" val="#wm#"/>
  <p:tag name="KSO_WM_TAG_VERSION" val="1.0"/>
  <p:tag name="KSO_WM_CHIP_GROUPID" val="6209c1a9d5eb2dbc5c6dfe83"/>
  <p:tag name="KSO_WM_CHIP_XID" val="6209c1a9885c969e0bd1506d"/>
  <p:tag name="KSO_WM_UNIT_DEC_AREA_ID" val="79f5f798262b47cb870bd0c961f464b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0cf8d8c9c404b79a6b407f776172b89"/>
  <p:tag name="KSO_WM_SLIDE_BACKGROUND_TYPE" val="general"/>
</p:tagLst>
</file>

<file path=ppt/tags/tag206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1*i*1"/>
  <p:tag name="KSO_WM_BEAUTIFY_FLAG" val="#wm#"/>
  <p:tag name="KSO_WM_TAG_VERSION" val="1.0"/>
  <p:tag name="KSO_WM_CHIP_GROUPID" val="6209c1a9d5eb2dbc5c6dfe83"/>
  <p:tag name="KSO_WM_CHIP_XID" val="6209c1a9885c969e0bd15050"/>
  <p:tag name="KSO_WM_UNIT_DEC_AREA_ID" val="b1a40b61907f4596b126c0e8331ddd24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562be9a81f54df1995e3525ac6a65ea"/>
  <p:tag name="KSO_WM_SLIDE_BACKGROUND_TYPE" val="general"/>
</p:tagLst>
</file>

<file path=ppt/tags/tag207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2*i*1"/>
  <p:tag name="KSO_WM_BEAUTIFY_FLAG" val="#wm#"/>
  <p:tag name="KSO_WM_TAG_VERSION" val="1.0"/>
  <p:tag name="KSO_WM_CHIP_GROUPID" val="6209c1a9d5eb2dbc5c6dfe83"/>
  <p:tag name="KSO_WM_CHIP_XID" val="6209c1a9885c969e0bd15058"/>
  <p:tag name="KSO_WM_UNIT_DEC_AREA_ID" val="763841c130e4451aa26bf4e646611121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d97c8807cfe4db69322cc2b3bc09c9f"/>
  <p:tag name="KSO_WM_SLIDE_BACKGROUND_TYPE" val="general"/>
</p:tagLst>
</file>

<file path=ppt/tags/tag208.xml><?xml version="1.0" encoding="utf-8"?>
<p:tagLst xmlns:p="http://schemas.openxmlformats.org/presentationml/2006/main">
  <p:tag name="KSO_WM_SLIDE_BACKGROUND_TYPE" val="general"/>
</p:tagLst>
</file>

<file path=ppt/tags/tag209.xml><?xml version="1.0" encoding="utf-8"?>
<p:tagLst xmlns:p="http://schemas.openxmlformats.org/presentationml/2006/main">
  <p:tag name="KSO_WM_SLIDE_BACKGROUND_TYPE" val="general"/>
</p:tagLst>
</file>

<file path=ppt/tags/tag210.xml><?xml version="1.0" encoding="utf-8"?>
<p:tagLst xmlns:p="http://schemas.openxmlformats.org/presentationml/2006/main">
  <p:tag name="KSO_WM_SLIDE_BACKGROUND_TYPE" val="general"/>
</p:tagLst>
</file>

<file path=ppt/tags/tag211.xml><?xml version="1.0" encoding="utf-8"?>
<p:tagLst xmlns:p="http://schemas.openxmlformats.org/presentationml/2006/main">
  <p:tag name="KSO_WM_SLIDE_BACKGROUND_TYPE" val="general"/>
</p:tagLst>
</file>

<file path=ppt/tags/tag212.xml><?xml version="1.0" encoding="utf-8"?>
<p:tagLst xmlns:p="http://schemas.openxmlformats.org/presentationml/2006/main">
  <p:tag name="KSO_WM_UNIT_SUBTYPE" val="v"/>
  <p:tag name="KSO_WM_TEMPLATE_CATEGORY" val="chip"/>
  <p:tag name="KSO_WM_TEMPLATE_INDEX" val="20221575"/>
  <p:tag name="KSO_WM_UNIT_TYPE" val="i"/>
  <p:tag name="KSO_WM_UNIT_INDEX" val="1"/>
  <p:tag name="KSO_WM_UNIT_ID" val="chip20221575_10*i*1"/>
  <p:tag name="KSO_WM_BEAUTIFY_FLAG" val="#wm#"/>
  <p:tag name="KSO_WM_TAG_VERSION" val="1.0"/>
  <p:tag name="KSO_WM_CHIP_GROUPID" val="6209c1a9d5eb2dbc5c6dfe83"/>
  <p:tag name="KSO_WM_CHIP_XID" val="6209c1a9885c969e0bd1506d"/>
  <p:tag name="KSO_WM_UNIT_DEC_AREA_ID" val="e93c28a487c04752b4adf9d6ab0366ce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2dda07684bc74a9d8569993977c62de3"/>
  <p:tag name="KSO_WM_SLIDE_BACKGROUND_TYPE" val="frame"/>
</p:tagLst>
</file>

<file path=ppt/tags/tag21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31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0531"/>
  <p:tag name="KSO_WM_CHIP_GROUPID" val="61837939a6a891b1f9db0673"/>
  <p:tag name="KSO_WM_CHIP_XID" val="618b877418adb49c6c1f2b44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4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1*i*1"/>
  <p:tag name="KSO_WM_BEAUTIFY_FLAG" val="#wm#"/>
  <p:tag name="KSO_WM_TAG_VERSION" val="1.0"/>
  <p:tag name="KSO_WM_CHIP_GROUPID" val="6209c1a9d5eb2dbc5c6dfe83"/>
  <p:tag name="KSO_WM_CHIP_XID" val="6209c1a9885c969e0bd15050"/>
  <p:tag name="KSO_WM_UNIT_DEC_AREA_ID" val="8ddb657fc2494c86915f945cabb0f455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74d64aeafc3945859c2ca5fafe8adb43"/>
  <p:tag name="KSO_WM_SLIDE_BACKGROUND_TYPE" val="frame"/>
</p:tagLst>
</file>

<file path=ppt/tags/tag215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2*i*1"/>
  <p:tag name="KSO_WM_BEAUTIFY_FLAG" val="#wm#"/>
  <p:tag name="KSO_WM_TAG_VERSION" val="1.0"/>
  <p:tag name="KSO_WM_CHIP_GROUPID" val="6209c1a9d5eb2dbc5c6dfe83"/>
  <p:tag name="KSO_WM_CHIP_XID" val="6209c1a9885c969e0bd15058"/>
  <p:tag name="KSO_WM_UNIT_DEC_AREA_ID" val="e2120590df194804bde6e78cafa4e418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a4bd744fd234a0b8977888238884952"/>
  <p:tag name="KSO_WM_SLIDE_BACKGROUND_TYPE" val="frame"/>
</p:tagLst>
</file>

<file path=ppt/tags/tag216.xml><?xml version="1.0" encoding="utf-8"?>
<p:tagLst xmlns:p="http://schemas.openxmlformats.org/presentationml/2006/main">
  <p:tag name="KSO_WM_SLIDE_BACKGROUND_TYPE" val="frame"/>
</p:tagLst>
</file>

<file path=ppt/tags/tag217.xml><?xml version="1.0" encoding="utf-8"?>
<p:tagLst xmlns:p="http://schemas.openxmlformats.org/presentationml/2006/main">
  <p:tag name="KSO_WM_SLIDE_BACKGROUND_TYPE" val="frame"/>
</p:tagLst>
</file>

<file path=ppt/tags/tag218.xml><?xml version="1.0" encoding="utf-8"?>
<p:tagLst xmlns:p="http://schemas.openxmlformats.org/presentationml/2006/main">
  <p:tag name="KSO_WM_SLIDE_BACKGROUND_TYPE" val="frame"/>
</p:tagLst>
</file>

<file path=ppt/tags/tag219.xml><?xml version="1.0" encoding="utf-8"?>
<p:tagLst xmlns:p="http://schemas.openxmlformats.org/presentationml/2006/main">
  <p:tag name="KSO_WM_SLIDE_BACKGROUND_TYPE" val="frame"/>
</p:tagLst>
</file>

<file path=ppt/tags/tag220.xml><?xml version="1.0" encoding="utf-8"?>
<p:tagLst xmlns:p="http://schemas.openxmlformats.org/presentationml/2006/main">
  <p:tag name="KSO_WM_SLIDE_BACKGROUND_TYPE" val="frame"/>
</p:tagLst>
</file>

<file path=ppt/tags/tag221.xml><?xml version="1.0" encoding="utf-8"?>
<p:tagLst xmlns:p="http://schemas.openxmlformats.org/presentationml/2006/main">
  <p:tag name="KSO_WM_UNIT_SUBTYPE" val="v"/>
  <p:tag name="KSO_WM_TEMPLATE_CATEGORY" val="chip"/>
  <p:tag name="KSO_WM_TEMPLATE_INDEX" val="20221575"/>
  <p:tag name="KSO_WM_UNIT_TYPE" val="i"/>
  <p:tag name="KSO_WM_UNIT_INDEX" val="1"/>
  <p:tag name="KSO_WM_UNIT_ID" val="chip20221575_10*i*1"/>
  <p:tag name="KSO_WM_BEAUTIFY_FLAG" val="#wm#"/>
  <p:tag name="KSO_WM_TAG_VERSION" val="1.0"/>
  <p:tag name="KSO_WM_CHIP_GROUPID" val="6209c1a9d5eb2dbc5c6dfe83"/>
  <p:tag name="KSO_WM_CHIP_XID" val="6209c1a9885c969e0bd1506d"/>
  <p:tag name="KSO_WM_UNIT_DEC_AREA_ID" val="b58cf0ab3d97408bad3d04aadb772b8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594d71ad306e43658bacb5cb28bd7df5"/>
  <p:tag name="KSO_WM_SLIDE_BACKGROUND_TYPE" val="leftRight"/>
</p:tagLst>
</file>

<file path=ppt/tags/tag22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31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31"/>
  <p:tag name="KSO_WM_CHIP_GROUPID" val="61837939a6a891b1f9db0673"/>
  <p:tag name="KSO_WM_CHIP_XID" val="618b877418adb49c6c1f2b45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23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2*i*1"/>
  <p:tag name="KSO_WM_BEAUTIFY_FLAG" val="#wm#"/>
  <p:tag name="KSO_WM_TAG_VERSION" val="1.0"/>
  <p:tag name="KSO_WM_CHIP_GROUPID" val="6209c1a9d5eb2dbc5c6dfe83"/>
  <p:tag name="KSO_WM_CHIP_XID" val="6209c1a9885c969e0bd15058"/>
  <p:tag name="KSO_WM_UNIT_DEC_AREA_ID" val="1bb92769570b418aa69ac216640cc537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e4f643999b9042c49818524035bde212"/>
  <p:tag name="KSO_WM_SLIDE_BACKGROUND_TYPE" val="leftRight"/>
</p:tagLst>
</file>

<file path=ppt/tags/tag224.xml><?xml version="1.0" encoding="utf-8"?>
<p:tagLst xmlns:p="http://schemas.openxmlformats.org/presentationml/2006/main">
  <p:tag name="KSO_WM_SLIDE_BACKGROUND_TYPE" val="leftRight"/>
</p:tagLst>
</file>

<file path=ppt/tags/tag225.xml><?xml version="1.0" encoding="utf-8"?>
<p:tagLst xmlns:p="http://schemas.openxmlformats.org/presentationml/2006/main">
  <p:tag name="KSO_WM_SLIDE_BACKGROUND_TYPE" val="leftRight"/>
</p:tagLst>
</file>

<file path=ppt/tags/tag226.xml><?xml version="1.0" encoding="utf-8"?>
<p:tagLst xmlns:p="http://schemas.openxmlformats.org/presentationml/2006/main">
  <p:tag name="KSO_WM_SLIDE_BACKGROUND_TYPE" val="leftRight"/>
</p:tagLst>
</file>

<file path=ppt/tags/tag227.xml><?xml version="1.0" encoding="utf-8"?>
<p:tagLst xmlns:p="http://schemas.openxmlformats.org/presentationml/2006/main">
  <p:tag name="KSO_WM_SLIDE_BACKGROUND_TYPE" val="leftRight"/>
</p:tagLst>
</file>

<file path=ppt/tags/tag228.xml><?xml version="1.0" encoding="utf-8"?>
<p:tagLst xmlns:p="http://schemas.openxmlformats.org/presentationml/2006/main">
  <p:tag name="KSO_WM_SLIDE_BACKGROUND_TYPE" val="leftRight"/>
</p:tagLst>
</file>

<file path=ppt/tags/tag229.xml><?xml version="1.0" encoding="utf-8"?>
<p:tagLst xmlns:p="http://schemas.openxmlformats.org/presentationml/2006/main">
  <p:tag name="KSO_WM_SLIDE_BACKGROUND_TYPE" val="leftRight"/>
</p:tagLst>
</file>

<file path=ppt/tags/tag230.xml><?xml version="1.0" encoding="utf-8"?>
<p:tagLst xmlns:p="http://schemas.openxmlformats.org/presentationml/2006/main">
  <p:tag name="KSO_WM_UNIT_SUBTYPE" val="v"/>
  <p:tag name="KSO_WM_TEMPLATE_CATEGORY" val="chip"/>
  <p:tag name="KSO_WM_TEMPLATE_INDEX" val="20221575"/>
  <p:tag name="KSO_WM_UNIT_TYPE" val="i"/>
  <p:tag name="KSO_WM_UNIT_INDEX" val="1"/>
  <p:tag name="KSO_WM_UNIT_ID" val="chip20221575_10*i*1"/>
  <p:tag name="KSO_WM_BEAUTIFY_FLAG" val="#wm#"/>
  <p:tag name="KSO_WM_TAG_VERSION" val="1.0"/>
  <p:tag name="KSO_WM_CHIP_GROUPID" val="6209c1a9d5eb2dbc5c6dfe83"/>
  <p:tag name="KSO_WM_CHIP_XID" val="6209c1a9885c969e0bd1506d"/>
  <p:tag name="KSO_WM_UNIT_DEC_AREA_ID" val="6c4eeae016ff4efe913f483f103e2a6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3317d964bfb4f3c9e3dacf43503f5f2"/>
  <p:tag name="KSO_WM_SLIDE_BACKGROUND_TYPE" val="topBottom"/>
</p:tagLst>
</file>

<file path=ppt/tags/tag23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31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31"/>
  <p:tag name="KSO_WM_CHIP_GROUPID" val="61837939a6a891b1f9db0673"/>
  <p:tag name="KSO_WM_CHIP_XID" val="618b877418adb49c6c1f2b46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32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1*i*1"/>
  <p:tag name="KSO_WM_BEAUTIFY_FLAG" val="#wm#"/>
  <p:tag name="KSO_WM_TAG_VERSION" val="1.0"/>
  <p:tag name="KSO_WM_CHIP_GROUPID" val="6209c1a9d5eb2dbc5c6dfe83"/>
  <p:tag name="KSO_WM_CHIP_XID" val="6209c1a9885c969e0bd15050"/>
  <p:tag name="KSO_WM_UNIT_DEC_AREA_ID" val="602ec24951704cd7a9fd3d80add6b604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ee919177cf44882ac726bfaca3d8837"/>
  <p:tag name="KSO_WM_SLIDE_BACKGROUND_TYPE" val="topBottom"/>
</p:tagLst>
</file>

<file path=ppt/tags/tag233.xml><?xml version="1.0" encoding="utf-8"?>
<p:tagLst xmlns:p="http://schemas.openxmlformats.org/presentationml/2006/main">
  <p:tag name="KSO_WM_SLIDE_BACKGROUND_TYPE" val="topBottom"/>
</p:tagLst>
</file>

<file path=ppt/tags/tag234.xml><?xml version="1.0" encoding="utf-8"?>
<p:tagLst xmlns:p="http://schemas.openxmlformats.org/presentationml/2006/main">
  <p:tag name="KSO_WM_SLIDE_BACKGROUND_TYPE" val="topBottom"/>
</p:tagLst>
</file>

<file path=ppt/tags/tag235.xml><?xml version="1.0" encoding="utf-8"?>
<p:tagLst xmlns:p="http://schemas.openxmlformats.org/presentationml/2006/main">
  <p:tag name="KSO_WM_SLIDE_BACKGROUND_TYPE" val="topBottom"/>
</p:tagLst>
</file>

<file path=ppt/tags/tag236.xml><?xml version="1.0" encoding="utf-8"?>
<p:tagLst xmlns:p="http://schemas.openxmlformats.org/presentationml/2006/main">
  <p:tag name="KSO_WM_SLIDE_BACKGROUND_TYPE" val="topBottom"/>
</p:tagLst>
</file>

<file path=ppt/tags/tag237.xml><?xml version="1.0" encoding="utf-8"?>
<p:tagLst xmlns:p="http://schemas.openxmlformats.org/presentationml/2006/main">
  <p:tag name="KSO_WM_SLIDE_BACKGROUND_TYPE" val="topBottom"/>
</p:tagLst>
</file>

<file path=ppt/tags/tag238.xml><?xml version="1.0" encoding="utf-8"?>
<p:tagLst xmlns:p="http://schemas.openxmlformats.org/presentationml/2006/main">
  <p:tag name="KSO_WM_SLIDE_BACKGROUND_TYPE" val="topBottom"/>
</p:tagLst>
</file>

<file path=ppt/tags/tag239.xml><?xml version="1.0" encoding="utf-8"?>
<p:tagLst xmlns:p="http://schemas.openxmlformats.org/presentationml/2006/main">
  <p:tag name="KSO_WM_UNIT_SUBTYPE" val="v"/>
  <p:tag name="KSO_WM_TEMPLATE_CATEGORY" val="chip"/>
  <p:tag name="KSO_WM_TEMPLATE_INDEX" val="20221575"/>
  <p:tag name="KSO_WM_UNIT_TYPE" val="i"/>
  <p:tag name="KSO_WM_UNIT_INDEX" val="1"/>
  <p:tag name="KSO_WM_UNIT_ID" val="chip20221575_10*i*1"/>
  <p:tag name="KSO_WM_BEAUTIFY_FLAG" val="#wm#"/>
  <p:tag name="KSO_WM_TAG_VERSION" val="1.0"/>
  <p:tag name="KSO_WM_CHIP_GROUPID" val="6209c1a9d5eb2dbc5c6dfe83"/>
  <p:tag name="KSO_WM_CHIP_XID" val="6209c1a9885c969e0bd1506d"/>
  <p:tag name="KSO_WM_UNIT_DEC_AREA_ID" val="f6d1723db44b43668776cd40a15ed73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97413eb8dac4a6d92dfc48b7aa68071"/>
  <p:tag name="KSO_WM_SLIDE_BACKGROUND_TYPE" val="bottomTop"/>
</p:tagLst>
</file>

<file path=ppt/tags/tag24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31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31"/>
  <p:tag name="KSO_WM_CHIP_GROUPID" val="61837939a6a891b1f9db0673"/>
  <p:tag name="KSO_WM_CHIP_XID" val="618b877418adb49c6c1f2b47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41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1*i*1"/>
  <p:tag name="KSO_WM_BEAUTIFY_FLAG" val="#wm#"/>
  <p:tag name="KSO_WM_TAG_VERSION" val="1.0"/>
  <p:tag name="KSO_WM_CHIP_GROUPID" val="6209c1a9d5eb2dbc5c6dfe83"/>
  <p:tag name="KSO_WM_CHIP_XID" val="6209c1a9885c969e0bd15050"/>
  <p:tag name="KSO_WM_UNIT_DEC_AREA_ID" val="d41596fd37de4a30a949fed38883b03a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7f74795c32c84e26bbfccf8e51e829b0"/>
  <p:tag name="KSO_WM_SLIDE_BACKGROUND_TYPE" val="bottomTop"/>
</p:tagLst>
</file>

<file path=ppt/tags/tag242.xml><?xml version="1.0" encoding="utf-8"?>
<p:tagLst xmlns:p="http://schemas.openxmlformats.org/presentationml/2006/main">
  <p:tag name="KSO_WM_SLIDE_BACKGROUND_TYPE" val="bottomTop"/>
</p:tagLst>
</file>

<file path=ppt/tags/tag243.xml><?xml version="1.0" encoding="utf-8"?>
<p:tagLst xmlns:p="http://schemas.openxmlformats.org/presentationml/2006/main">
  <p:tag name="KSO_WM_SLIDE_BACKGROUND_TYPE" val="bottomTop"/>
</p:tagLst>
</file>

<file path=ppt/tags/tag244.xml><?xml version="1.0" encoding="utf-8"?>
<p:tagLst xmlns:p="http://schemas.openxmlformats.org/presentationml/2006/main">
  <p:tag name="KSO_WM_SLIDE_BACKGROUND_TYPE" val="bottomTop"/>
</p:tagLst>
</file>

<file path=ppt/tags/tag245.xml><?xml version="1.0" encoding="utf-8"?>
<p:tagLst xmlns:p="http://schemas.openxmlformats.org/presentationml/2006/main">
  <p:tag name="KSO_WM_SLIDE_BACKGROUND_TYPE" val="bottomTop"/>
</p:tagLst>
</file>

<file path=ppt/tags/tag246.xml><?xml version="1.0" encoding="utf-8"?>
<p:tagLst xmlns:p="http://schemas.openxmlformats.org/presentationml/2006/main">
  <p:tag name="KSO_WM_SLIDE_BACKGROUND_TYPE" val="bottomTop"/>
</p:tagLst>
</file>

<file path=ppt/tags/tag247.xml><?xml version="1.0" encoding="utf-8"?>
<p:tagLst xmlns:p="http://schemas.openxmlformats.org/presentationml/2006/main">
  <p:tag name="KSO_WM_SLIDE_BACKGROUND_TYPE" val="bottomTop"/>
</p:tagLst>
</file>

<file path=ppt/tags/tag248.xml><?xml version="1.0" encoding="utf-8"?>
<p:tagLst xmlns:p="http://schemas.openxmlformats.org/presentationml/2006/main">
  <p:tag name="KSO_WM_UNIT_SUBTYPE" val="v"/>
  <p:tag name="KSO_WM_TEMPLATE_CATEGORY" val="chip"/>
  <p:tag name="KSO_WM_TEMPLATE_INDEX" val="20221575"/>
  <p:tag name="KSO_WM_UNIT_TYPE" val="i"/>
  <p:tag name="KSO_WM_UNIT_INDEX" val="1"/>
  <p:tag name="KSO_WM_UNIT_ID" val="chip20221575_10*i*1"/>
  <p:tag name="KSO_WM_BEAUTIFY_FLAG" val="#wm#"/>
  <p:tag name="KSO_WM_TAG_VERSION" val="1.0"/>
  <p:tag name="KSO_WM_CHIP_GROUPID" val="6209c1a9d5eb2dbc5c6dfe83"/>
  <p:tag name="KSO_WM_CHIP_XID" val="6209c1a9885c969e0bd1506d"/>
  <p:tag name="KSO_WM_UNIT_DEC_AREA_ID" val="2ab858ae48424e118db49753f1681fd9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3519ae38748f4856b6b58c4c67563d83"/>
  <p:tag name="KSO_WM_SLIDE_BACKGROUND_TYPE" val="navigation"/>
</p:tagLst>
</file>

<file path=ppt/tags/tag24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31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31"/>
  <p:tag name="KSO_WM_CHIP_GROUPID" val="61837939a6a891b1f9db0673"/>
  <p:tag name="KSO_WM_CHIP_XID" val="618b877418adb49c6c1f2b48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50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1*i*1"/>
  <p:tag name="KSO_WM_BEAUTIFY_FLAG" val="#wm#"/>
  <p:tag name="KSO_WM_TAG_VERSION" val="1.0"/>
  <p:tag name="KSO_WM_CHIP_GROUPID" val="6209c1a9d5eb2dbc5c6dfe83"/>
  <p:tag name="KSO_WM_CHIP_XID" val="6209c1a9885c969e0bd15050"/>
  <p:tag name="KSO_WM_UNIT_DEC_AREA_ID" val="ddc50485fca740ffaf8c6a1ea1587357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d0a4a01a38c4d538bd66d4e22d1676c"/>
  <p:tag name="KSO_WM_SLIDE_BACKGROUND_TYPE" val="navigation"/>
</p:tagLst>
</file>

<file path=ppt/tags/tag251.xml><?xml version="1.0" encoding="utf-8"?>
<p:tagLst xmlns:p="http://schemas.openxmlformats.org/presentationml/2006/main">
  <p:tag name="KSO_WM_SLIDE_BACKGROUND_TYPE" val="navigation"/>
</p:tagLst>
</file>

<file path=ppt/tags/tag252.xml><?xml version="1.0" encoding="utf-8"?>
<p:tagLst xmlns:p="http://schemas.openxmlformats.org/presentationml/2006/main">
  <p:tag name="KSO_WM_SLIDE_BACKGROUND_TYPE" val="navigation"/>
</p:tagLst>
</file>

<file path=ppt/tags/tag253.xml><?xml version="1.0" encoding="utf-8"?>
<p:tagLst xmlns:p="http://schemas.openxmlformats.org/presentationml/2006/main">
  <p:tag name="KSO_WM_SLIDE_BACKGROUND_TYPE" val="navigation"/>
</p:tagLst>
</file>

<file path=ppt/tags/tag254.xml><?xml version="1.0" encoding="utf-8"?>
<p:tagLst xmlns:p="http://schemas.openxmlformats.org/presentationml/2006/main">
  <p:tag name="KSO_WM_SLIDE_BACKGROUND_TYPE" val="navigation"/>
</p:tagLst>
</file>

<file path=ppt/tags/tag255.xml><?xml version="1.0" encoding="utf-8"?>
<p:tagLst xmlns:p="http://schemas.openxmlformats.org/presentationml/2006/main">
  <p:tag name="KSO_WM_SLIDE_BACKGROUND_TYPE" val="navigation"/>
</p:tagLst>
</file>

<file path=ppt/tags/tag256.xml><?xml version="1.0" encoding="utf-8"?>
<p:tagLst xmlns:p="http://schemas.openxmlformats.org/presentationml/2006/main">
  <p:tag name="KSO_WM_SLIDE_BACKGROUND_TYPE" val="navigation"/>
</p:tagLst>
</file>

<file path=ppt/tags/tag257.xml><?xml version="1.0" encoding="utf-8"?>
<p:tagLst xmlns:p="http://schemas.openxmlformats.org/presentationml/2006/main">
  <p:tag name="KSO_WM_SLIDE_BACKGROUND_TYPE" val="navigation"/>
</p:tagLst>
</file>

<file path=ppt/tags/tag258.xml><?xml version="1.0" encoding="utf-8"?>
<p:tagLst xmlns:p="http://schemas.openxmlformats.org/presentationml/2006/main">
  <p:tag name="KSO_WM_SLIDE_BACKGROUND_TYPE" val="navigation"/>
</p:tagLst>
</file>

<file path=ppt/tags/tag259.xml><?xml version="1.0" encoding="utf-8"?>
<p:tagLst xmlns:p="http://schemas.openxmlformats.org/presentationml/2006/main">
  <p:tag name="KSO_WM_UNIT_SUBTYPE" val="v"/>
  <p:tag name="KSO_WM_TEMPLATE_CATEGORY" val="chip"/>
  <p:tag name="KSO_WM_TEMPLATE_INDEX" val="20221575"/>
  <p:tag name="KSO_WM_UNIT_TYPE" val="i"/>
  <p:tag name="KSO_WM_UNIT_INDEX" val="1"/>
  <p:tag name="KSO_WM_UNIT_ID" val="chip20221575_10*i*1"/>
  <p:tag name="KSO_WM_BEAUTIFY_FLAG" val="#wm#"/>
  <p:tag name="KSO_WM_TAG_VERSION" val="1.0"/>
  <p:tag name="KSO_WM_CHIP_GROUPID" val="6209c1a9d5eb2dbc5c6dfe83"/>
  <p:tag name="KSO_WM_CHIP_XID" val="6209c1a9885c969e0bd1506d"/>
  <p:tag name="KSO_WM_UNIT_DEC_AREA_ID" val="999836bef9f64604a6c637e327afb3e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6fdd5d457cb24e78a678dc39e52a865d"/>
  <p:tag name="KSO_WM_SLIDE_BACKGROUND_TYPE" val="belt"/>
</p:tagLst>
</file>

<file path=ppt/tags/tag26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31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31"/>
  <p:tag name="KSO_WM_CHIP_GROUPID" val="61837939a6a891b1f9db0673"/>
  <p:tag name="KSO_WM_CHIP_XID" val="618b877418adb49c6c1f2b49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61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1*i*1"/>
  <p:tag name="KSO_WM_BEAUTIFY_FLAG" val="#wm#"/>
  <p:tag name="KSO_WM_TAG_VERSION" val="1.0"/>
  <p:tag name="KSO_WM_CHIP_GROUPID" val="6209c1a9d5eb2dbc5c6dfe83"/>
  <p:tag name="KSO_WM_CHIP_XID" val="6209c1a9885c969e0bd15050"/>
  <p:tag name="KSO_WM_UNIT_DEC_AREA_ID" val="3f59682779c94e71a2d999a4984e2ec6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79e5473db8704b19bc23aa2709d8f035"/>
  <p:tag name="KSO_WM_SLIDE_BACKGROUND_TYPE" val="belt"/>
</p:tagLst>
</file>

<file path=ppt/tags/tag262.xml><?xml version="1.0" encoding="utf-8"?>
<p:tagLst xmlns:p="http://schemas.openxmlformats.org/presentationml/2006/main">
  <p:tag name="KSO_WM_UNIT_SUBTYPE" val="t"/>
  <p:tag name="KSO_WM_TEMPLATE_CATEGORY" val="chip"/>
  <p:tag name="KSO_WM_TEMPLATE_INDEX" val="20221575"/>
  <p:tag name="KSO_WM_UNIT_TYPE" val="i"/>
  <p:tag name="KSO_WM_UNIT_INDEX" val="1"/>
  <p:tag name="KSO_WM_UNIT_ID" val="chip20221575_12*i*1"/>
  <p:tag name="KSO_WM_BEAUTIFY_FLAG" val="#wm#"/>
  <p:tag name="KSO_WM_TAG_VERSION" val="1.0"/>
  <p:tag name="KSO_WM_CHIP_GROUPID" val="6209c1a9d5eb2dbc5c6dfe83"/>
  <p:tag name="KSO_WM_CHIP_XID" val="6209c1a9885c969e0bd15058"/>
  <p:tag name="KSO_WM_UNIT_DEC_AREA_ID" val="c3f51b68b81549aab7bd75e5558381dd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1d40b0574d174c2bb3924c4dc8699106"/>
  <p:tag name="KSO_WM_SLIDE_BACKGROUND_TYPE" val="belt"/>
</p:tagLst>
</file>

<file path=ppt/tags/tag263.xml><?xml version="1.0" encoding="utf-8"?>
<p:tagLst xmlns:p="http://schemas.openxmlformats.org/presentationml/2006/main">
  <p:tag name="KSO_WM_SLIDE_BACKGROUND_TYPE" val="belt"/>
</p:tagLst>
</file>

<file path=ppt/tags/tag264.xml><?xml version="1.0" encoding="utf-8"?>
<p:tagLst xmlns:p="http://schemas.openxmlformats.org/presentationml/2006/main">
  <p:tag name="KSO_WM_SLIDE_BACKGROUND_TYPE" val="belt"/>
</p:tagLst>
</file>

<file path=ppt/tags/tag265.xml><?xml version="1.0" encoding="utf-8"?>
<p:tagLst xmlns:p="http://schemas.openxmlformats.org/presentationml/2006/main">
  <p:tag name="KSO_WM_SLIDE_BACKGROUND_TYPE" val="belt"/>
</p:tagLst>
</file>

<file path=ppt/tags/tag266.xml><?xml version="1.0" encoding="utf-8"?>
<p:tagLst xmlns:p="http://schemas.openxmlformats.org/presentationml/2006/main">
  <p:tag name="KSO_WM_SLIDE_BACKGROUND_TYPE" val="belt"/>
</p:tagLst>
</file>

<file path=ppt/tags/tag267.xml><?xml version="1.0" encoding="utf-8"?>
<p:tagLst xmlns:p="http://schemas.openxmlformats.org/presentationml/2006/main">
  <p:tag name="KSO_WM_SLIDE_BACKGROUND_TYPE" val="belt"/>
</p:tagLst>
</file>

<file path=ppt/tags/tag268.xml><?xml version="1.0" encoding="utf-8"?>
<p:tagLst xmlns:p="http://schemas.openxmlformats.org/presentationml/2006/main">
  <p:tag name="KSO_WM_TEMPLATE_CATEGORY" val="custom"/>
  <p:tag name="KSO_WM_TEMPLATE_INDEX" val="20221575"/>
</p:tagLst>
</file>

<file path=ppt/tags/tag269.xml><?xml version="1.0" encoding="utf-8"?>
<p:tagLst xmlns:p="http://schemas.openxmlformats.org/presentationml/2006/main">
  <p:tag name="KSO_WM_TEMPLATE_CATEGORY" val="custom"/>
  <p:tag name="KSO_WM_TEMPLATE_INDEX" val="20221575"/>
</p:tagLst>
</file>

<file path=ppt/tags/tag270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21575"/>
  <p:tag name="KSO_WM_CHIP_COLORING" val="1"/>
</p:tagLst>
</file>

<file path=ppt/tags/tag271.xml><?xml version="1.0" encoding="utf-8"?>
<p:tagLst xmlns:p="http://schemas.openxmlformats.org/presentationml/2006/main">
  <p:tag name="KSO_WM_UNIT_ISCONTENTSTITLE" val="0"/>
  <p:tag name="KSO_WM_UNIT_PRESET_TEXT" val="全息高科技PPT模板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4161_1*a*1"/>
  <p:tag name="KSO_WM_TEMPLATE_CATEGORY" val="custom"/>
  <p:tag name="KSO_WM_TEMPLATE_INDEX" val="20184161"/>
  <p:tag name="KSO_WM_UNIT_LAYERLEVEL" val="1"/>
  <p:tag name="KSO_WM_TAG_VERSION" val="1.0"/>
  <p:tag name="KSO_WM_BEAUTIFY_FLAG" val="#wm#"/>
  <p:tag name="KSO_WM_UNIT_ISNUMDGMTITLE" val="0"/>
</p:tagLst>
</file>

<file path=ppt/tags/tag272.xml><?xml version="1.0" encoding="utf-8"?>
<p:tagLst xmlns:p="http://schemas.openxmlformats.org/presentationml/2006/main">
  <p:tag name="KSO_WM_TEMPLATE_CATEGORY" val="custom"/>
  <p:tag name="KSO_WM_TEMPLATE_INDEX" val="20184161"/>
  <p:tag name="KSO_WM_TAG_VERSION" val="1.0"/>
  <p:tag name="KSO_WM_SLIDE_ID" val="custom20184161_1"/>
  <p:tag name="KSO_WM_SLIDE_INDEX" val="1"/>
  <p:tag name="KSO_WM_SLIDE_ITEM_CNT" val="0"/>
  <p:tag name="KSO_WM_SLIDE_LAYOUT" val="a"/>
  <p:tag name="KSO_WM_SLIDE_LAYOUT_CNT" val="1"/>
  <p:tag name="KSO_WM_SLIDE_TYPE" val="title"/>
  <p:tag name="KSO_WM_BEAUTIFY_FLAG" val="#wm#"/>
  <p:tag name="KSO_WM_TEMPLATE_THUMBS_INDEX" val="1、5、6、7、11、14、17、21"/>
  <p:tag name="KSO_WM_SLIDE_SUBTYPE" val="pureTxt"/>
  <p:tag name="KSO_WM_TEMPLATE_SUBCATEGORY" val="0"/>
  <p:tag name="KSO_WM_TEMPLATE_MASTER_TYPE" val="1"/>
  <p:tag name="KSO_WM_TEMPLATE_COLOR_TYPE" val="0"/>
</p:tagLst>
</file>

<file path=ppt/tags/tag273.xml><?xml version="1.0" encoding="utf-8"?>
<p:tagLst xmlns:p="http://schemas.openxmlformats.org/presentationml/2006/main">
  <p:tag name="KSO_WM_TEMPLATE_CATEGORY" val="custom"/>
  <p:tag name="KSO_WM_TEMPLATE_INDEX" val="20184161"/>
  <p:tag name="KSO_WM_UNIT_TYPE" val="a"/>
  <p:tag name="KSO_WM_UNIT_INDEX" val="1"/>
  <p:tag name="KSO_WM_UNIT_ID" val="custom20184161_11*a*1"/>
  <p:tag name="KSO_WM_UNIT_LAYERLEVEL" val="1"/>
  <p:tag name="KSO_WM_UNIT_VALUE" val="26"/>
  <p:tag name="KSO_WM_UNIT_ISCONTENTSTITLE" val="0"/>
  <p:tag name="KSO_WM_UNIT_HIGHLIGHT" val="0"/>
  <p:tag name="KSO_WM_UNIT_COMPATIBLE" val="0"/>
  <p:tag name="KSO_WM_BEAUTIFY_FLAG" val="#wm#"/>
  <p:tag name="KSO_WM_TAG_VERSION" val="1.0"/>
  <p:tag name="KSO_WM_UNIT_PRESET_TEXT" val="SECTION TITLE"/>
  <p:tag name="KSO_WM_UNIT_NOCLEAR" val="0"/>
  <p:tag name="KSO_WM_UNIT_DIAGRAM_ISNUMVISUAL" val="0"/>
  <p:tag name="KSO_WM_UNIT_DIAGRAM_ISREFERUNIT" val="0"/>
  <p:tag name="KSO_WM_UNIT_ISNUMDGMTITLE" val="0"/>
</p:tagLst>
</file>

<file path=ppt/tags/tag274.xml><?xml version="1.0" encoding="utf-8"?>
<p:tagLst xmlns:p="http://schemas.openxmlformats.org/presentationml/2006/main">
  <p:tag name="KSO_WM_TEMPLATE_CATEGORY" val="custom"/>
  <p:tag name="KSO_WM_TEMPLATE_INDEX" val="20184161"/>
  <p:tag name="KSO_WM_UNIT_TYPE" val="e"/>
  <p:tag name="KSO_WM_UNIT_INDEX" val="1"/>
  <p:tag name="KSO_WM_UNIT_ID" val="custom20184161_11*e*1"/>
  <p:tag name="KSO_WM_UNIT_LAYERLEVEL" val="1"/>
  <p:tag name="KSO_WM_UNIT_VALUE" val="2"/>
  <p:tag name="KSO_WM_UNIT_ISCONTENTSTITLE" val="0"/>
  <p:tag name="KSO_WM_UNIT_HIGHLIGHT" val="0"/>
  <p:tag name="KSO_WM_UNIT_COMPATIBLE" val="1"/>
  <p:tag name="KSO_WM_BEAUTIFY_FLAG" val="#wm#"/>
  <p:tag name="KSO_WM_TAG_VERSION" val="1.0"/>
  <p:tag name="KSO_WM_UNIT_PRESET_TEXT" val="01"/>
  <p:tag name="KSO_WM_UNIT_NOCLEAR" val="0"/>
  <p:tag name="KSO_WM_UNIT_DIAGRAM_ISNUMVISUAL" val="0"/>
  <p:tag name="KSO_WM_UNIT_DIAGRAM_ISREFERUNIT" val="0"/>
  <p:tag name="KSO_WM_UNIT_ISNUMDGMTITLE" val="0"/>
  <p:tag name="KSO_WM_UNIT_TEXT_FILL_FORE_SCHEMECOLOR_INDEX_BRIGHTNESS" val="0"/>
  <p:tag name="KSO_WM_UNIT_TEXT_FILL_FORE_SCHEMECOLOR_INDEX" val="14"/>
  <p:tag name="KSO_WM_UNIT_TEXT_FILL_TYPE" val="1"/>
</p:tagLst>
</file>

<file path=ppt/tags/tag275.xml><?xml version="1.0" encoding="utf-8"?>
<p:tagLst xmlns:p="http://schemas.openxmlformats.org/presentationml/2006/main">
  <p:tag name="MH" val="20151020190507"/>
  <p:tag name="MH_LIBRARY" val="GRAPHIC"/>
  <p:tag name="KSO_WM_TEMPLATE_CATEGORY" val="custom"/>
  <p:tag name="KSO_WM_TEMPLATE_INDEX" val="20184161"/>
  <p:tag name="KSO_WM_TAG_VERSION" val="1.0"/>
  <p:tag name="KSO_WM_SLIDE_ID" val="custom20184161_11"/>
  <p:tag name="KSO_WM_SLIDE_INDEX" val="11"/>
  <p:tag name="KSO_WM_SLIDE_ITEM_CNT" val="0"/>
  <p:tag name="KSO_WM_SLIDE_LAYOUT" val="a_e"/>
  <p:tag name="KSO_WM_SLIDE_LAYOUT_CNT" val="1_1"/>
  <p:tag name="KSO_WM_SLIDE_TYPE" val="sectionTitle"/>
  <p:tag name="KSO_WM_BEAUTIFY_FLAG" val="#wm#"/>
  <p:tag name="KSO_WM_SLIDE_SUBTYPE" val="pureTxt"/>
  <p:tag name="KSO_WM_TEMPLATE_SUBCATEGORY" val="0"/>
  <p:tag name="KSO_WM_TEMPLATE_MASTER_TYPE" val="1"/>
  <p:tag name="KSO_WM_TEMPLATE_COLOR_TYPE" val="0"/>
</p:tagLst>
</file>

<file path=ppt/tags/tag276.xml><?xml version="1.0" encoding="utf-8"?>
<p:tagLst xmlns:p="http://schemas.openxmlformats.org/presentationml/2006/main">
  <p:tag name="KSO_WM_UNIT_FILL_FORE_SCHEMECOLOR_INDEX_BRIGHTNESS" val="0.6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50"/>
  <p:tag name="KSO_WM_UNIT_TYPE" val="b"/>
  <p:tag name="KSO_WM_UNIT_INDEX" val="1"/>
  <p:tag name="KSO_WM_UNIT_PRESET_TEXT" val="单击此处添加副标题内容"/>
  <p:tag name="KSO_WM_TEMPLATE_CATEGORY" val="custom"/>
  <p:tag name="KSO_WM_TEMPLATE_INDEX" val="20204687"/>
  <p:tag name="KSO_WM_UNIT_ID" val="custom20204687_7*b*1"/>
  <p:tag name="KSO_WM_UNIT_ISNUMDGMTITLE" val="0"/>
  <p:tag name="KSO_WM_UNIT_TEXT_FILL_FORE_SCHEMECOLOR_INDEX_BRIGHTNESS" val="0"/>
  <p:tag name="KSO_WM_UNIT_TEXT_FILL_FORE_SCHEMECOLOR_INDEX" val="14"/>
  <p:tag name="KSO_WM_UNIT_TEXT_FILL_TYPE" val="1"/>
</p:tagLst>
</file>

<file path=ppt/tags/tag280.xml><?xml version="1.0" encoding="utf-8"?>
<p:tagLst xmlns:p="http://schemas.openxmlformats.org/presentationml/2006/main">
  <p:tag name="KSO_WM_TEMPLATE_CATEGORY" val="custom"/>
  <p:tag name="KSO_WM_TEMPLATE_INDEX" val="20184161"/>
  <p:tag name="KSO_WM_UNIT_TYPE" val="a"/>
  <p:tag name="KSO_WM_UNIT_INDEX" val="1"/>
  <p:tag name="KSO_WM_UNIT_ID" val="custom20184161_11*a*1"/>
  <p:tag name="KSO_WM_UNIT_LAYERLEVEL" val="1"/>
  <p:tag name="KSO_WM_UNIT_VALUE" val="26"/>
  <p:tag name="KSO_WM_UNIT_ISCONTENTSTITLE" val="0"/>
  <p:tag name="KSO_WM_UNIT_HIGHLIGHT" val="0"/>
  <p:tag name="KSO_WM_UNIT_COMPATIBLE" val="0"/>
  <p:tag name="KSO_WM_BEAUTIFY_FLAG" val="#wm#"/>
  <p:tag name="KSO_WM_TAG_VERSION" val="1.0"/>
  <p:tag name="KSO_WM_UNIT_PRESET_TEXT" val="SECTION TITLE"/>
  <p:tag name="KSO_WM_UNIT_NOCLEAR" val="0"/>
  <p:tag name="KSO_WM_UNIT_DIAGRAM_ISNUMVISUAL" val="0"/>
  <p:tag name="KSO_WM_UNIT_DIAGRAM_ISREFERUNIT" val="0"/>
  <p:tag name="KSO_WM_UNIT_ISNUMDGMTITLE" val="0"/>
</p:tagLst>
</file>

<file path=ppt/tags/tag281.xml><?xml version="1.0" encoding="utf-8"?>
<p:tagLst xmlns:p="http://schemas.openxmlformats.org/presentationml/2006/main">
  <p:tag name="KSO_WM_TEMPLATE_CATEGORY" val="custom"/>
  <p:tag name="KSO_WM_TEMPLATE_INDEX" val="20184161"/>
  <p:tag name="KSO_WM_UNIT_TYPE" val="e"/>
  <p:tag name="KSO_WM_UNIT_INDEX" val="1"/>
  <p:tag name="KSO_WM_UNIT_ID" val="custom20184161_11*e*1"/>
  <p:tag name="KSO_WM_UNIT_LAYERLEVEL" val="1"/>
  <p:tag name="KSO_WM_UNIT_VALUE" val="2"/>
  <p:tag name="KSO_WM_UNIT_ISCONTENTSTITLE" val="0"/>
  <p:tag name="KSO_WM_UNIT_HIGHLIGHT" val="0"/>
  <p:tag name="KSO_WM_UNIT_COMPATIBLE" val="1"/>
  <p:tag name="KSO_WM_BEAUTIFY_FLAG" val="#wm#"/>
  <p:tag name="KSO_WM_TAG_VERSION" val="1.0"/>
  <p:tag name="KSO_WM_UNIT_PRESET_TEXT" val="01"/>
  <p:tag name="KSO_WM_UNIT_NOCLEAR" val="0"/>
  <p:tag name="KSO_WM_UNIT_DIAGRAM_ISNUMVISUAL" val="0"/>
  <p:tag name="KSO_WM_UNIT_DIAGRAM_ISREFERUNIT" val="0"/>
  <p:tag name="KSO_WM_UNIT_ISNUMDGMTITLE" val="0"/>
  <p:tag name="KSO_WM_UNIT_TEXT_FILL_FORE_SCHEMECOLOR_INDEX_BRIGHTNESS" val="0"/>
  <p:tag name="KSO_WM_UNIT_TEXT_FILL_FORE_SCHEMECOLOR_INDEX" val="14"/>
  <p:tag name="KSO_WM_UNIT_TEXT_FILL_TYPE" val="1"/>
</p:tagLst>
</file>

<file path=ppt/tags/tag282.xml><?xml version="1.0" encoding="utf-8"?>
<p:tagLst xmlns:p="http://schemas.openxmlformats.org/presentationml/2006/main">
  <p:tag name="MH" val="20151020190507"/>
  <p:tag name="MH_LIBRARY" val="GRAPHIC"/>
  <p:tag name="KSO_WM_TEMPLATE_CATEGORY" val="custom"/>
  <p:tag name="KSO_WM_TEMPLATE_INDEX" val="20184161"/>
  <p:tag name="KSO_WM_TAG_VERSION" val="1.0"/>
  <p:tag name="KSO_WM_SLIDE_ID" val="custom20184161_11"/>
  <p:tag name="KSO_WM_SLIDE_INDEX" val="11"/>
  <p:tag name="KSO_WM_SLIDE_ITEM_CNT" val="0"/>
  <p:tag name="KSO_WM_SLIDE_LAYOUT" val="a_e"/>
  <p:tag name="KSO_WM_SLIDE_LAYOUT_CNT" val="1_1"/>
  <p:tag name="KSO_WM_SLIDE_TYPE" val="sectionTitle"/>
  <p:tag name="KSO_WM_BEAUTIFY_FLAG" val="#wm#"/>
  <p:tag name="KSO_WM_SLIDE_SUBTYPE" val="pureTxt"/>
  <p:tag name="KSO_WM_TEMPLATE_SUBCATEGORY" val="0"/>
  <p:tag name="KSO_WM_TEMPLATE_MASTER_TYPE" val="1"/>
  <p:tag name="KSO_WM_TEMPLATE_COLOR_TYPE" val="0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340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大家观看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575_20*a*1"/>
  <p:tag name="KSO_WM_TEMPLATE_CATEGORY" val="custom"/>
  <p:tag name="KSO_WM_TEMPLATE_INDEX" val="20221575"/>
  <p:tag name="KSO_WM_UNIT_LAYERLEVEL" val="1"/>
  <p:tag name="KSO_WM_TAG_VERSION" val="1.0"/>
  <p:tag name="KSO_WM_BEAUTIFY_FLAG" val="#wm#"/>
  <p:tag name="KSO_WM_UNIT_DEFAULT_FONT" val="66;80;2"/>
  <p:tag name="KSO_WM_UNIT_BLOCK" val="0"/>
  <p:tag name="KSO_WM_UNIT_DEC_AREA_ID" val="e5448a0001b04ad6bd9f84d65e6f8b10"/>
  <p:tag name="KSO_WM_CHIP_GROUPID" val="6163a87d42060bf59843e030"/>
  <p:tag name="KSO_WM_CHIP_XID" val="6163a87d42060bf59843e02e"/>
  <p:tag name="KSO_WM_CHIP_FILLAREA_FILL_RULE" val="{&quot;fill_align&quot;:&quot;cm&quot;,&quot;fill_mode&quot;:&quot;adaptive&quot;,&quot;sacle_strategy&quot;:&quot;smart&quot;}"/>
  <p:tag name="KSO_WM_ASSEMBLE_CHIP_INDEX" val="e2d6030c16ba49319b9b761fa576c31d"/>
  <p:tag name="KSO_WM_UNIT_TEXT_FILL_FORE_SCHEMECOLOR_INDEX_BRIGHTNESS" val="0"/>
  <p:tag name="KSO_WM_UNIT_TEXT_FILL_FORE_SCHEMECOLOR_INDEX" val="13"/>
  <p:tag name="KSO_WM_UNIT_TEXT_FILL_TYPE" val="1"/>
</p:tagLst>
</file>

<file path=ppt/tags/tag341.xml><?xml version="1.0" encoding="utf-8"?>
<p:tagLst xmlns:p="http://schemas.openxmlformats.org/presentationml/2006/main">
  <p:tag name="KSO_WM_UNIT_ISCONTENTSTITLE" val="0"/>
  <p:tag name="KSO_WM_UNIT_ISNUMDGMTITLE" val="0"/>
  <p:tag name="KSO_WM_UNIT_PRESET_TEXT" val="FOR WATCHING"/>
  <p:tag name="KSO_WM_UNIT_NOCLEAR" val="0"/>
  <p:tag name="KSO_WM_UNIT_VALUE" val="15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1575_20*b*1"/>
  <p:tag name="KSO_WM_TEMPLATE_CATEGORY" val="custom"/>
  <p:tag name="KSO_WM_TEMPLATE_INDEX" val="20221575"/>
  <p:tag name="KSO_WM_UNIT_LAYERLEVEL" val="1"/>
  <p:tag name="KSO_WM_TAG_VERSION" val="1.0"/>
  <p:tag name="KSO_WM_BEAUTIFY_FLAG" val="#wm#"/>
  <p:tag name="KSO_WM_UNIT_DEFAULT_FONT" val="24;32;2"/>
  <p:tag name="KSO_WM_UNIT_BLOCK" val="0"/>
  <p:tag name="KSO_WM_UNIT_DEC_AREA_ID" val="2e856fda34254c038a98ea1753272940"/>
  <p:tag name="KSO_WM_CHIP_GROUPID" val="6163a87d42060bf59843e030"/>
  <p:tag name="KSO_WM_CHIP_XID" val="6163a87d42060bf59843e02e"/>
  <p:tag name="KSO_WM_CHIP_FILLAREA_FILL_RULE" val="{&quot;fill_align&quot;:&quot;cm&quot;,&quot;fill_mode&quot;:&quot;adaptive&quot;,&quot;sacle_strategy&quot;:&quot;smart&quot;}"/>
  <p:tag name="KSO_WM_ASSEMBLE_CHIP_INDEX" val="e2d6030c16ba49319b9b761fa576c31d"/>
  <p:tag name="KSO_WM_UNIT_TEXT_FILL_FORE_SCHEMECOLOR_INDEX_BRIGHTNESS" val="0"/>
  <p:tag name="KSO_WM_UNIT_TEXT_FILL_FORE_SCHEMECOLOR_INDEX" val="5"/>
  <p:tag name="KSO_WM_UNIT_TEXT_FILL_TYPE" val="1"/>
</p:tagLst>
</file>

<file path=ppt/tags/tag342.xml><?xml version="1.0" encoding="utf-8"?>
<p:tagLst xmlns:p="http://schemas.openxmlformats.org/presentationml/2006/main">
  <p:tag name="KSO_WM_BEAUTIFY_FLAG" val="#wm#"/>
  <p:tag name="KSO_WM_TEMPLATE_CATEGORY" val="custom"/>
  <p:tag name="KSO_WM_TEMPLATE_INDEX" val="20221575"/>
  <p:tag name="KSO_WM_CHIP_INFOS" val="{&quot;type&quot;:0,&quot;layout_type&quot;:&quot;1_NF_C_24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endPage&quot;],&quot;useType&quot;:[&quot;ppt&quot;]}"/>
  <p:tag name="KSO_WM_CHIP_XID" val="6161643042060bf59843e000"/>
  <p:tag name="KSO_WM_CHIP_FILLPROP" val="[[{&quot;text_align&quot;:&quot;cm&quot;,&quot;text_direction&quot;:&quot;horizontal&quot;,&quot;support_big_font&quot;:false,&quot;picture_toward&quot;:0,&quot;picture_dockside&quot;:[],&quot;fill_id&quot;:&quot;ae7e88138895440da10be87fa8612491&quot;,&quot;fill_align&quot;:&quot;cm&quot;,&quot;chip_types&quot;:[&quot;header&quot;]}]]"/>
  <p:tag name="KSO_WM_CHIP_DECFILLPROP" val="[]"/>
  <p:tag name="KSO_WM_SLIDE_ID" val="custom20221575_20"/>
  <p:tag name="KSO_WM_TEMPLATE_SUBCATEGORY" val="21"/>
  <p:tag name="KSO_WM_TEMPLATE_MASTER_TYPE" val="1"/>
  <p:tag name="KSO_WM_TEMPLATE_COLOR_TYPE" val="1"/>
  <p:tag name="KSO_WM_SLIDE_ITEM_CNT" val="0"/>
  <p:tag name="KSO_WM_SLIDE_INDEX" val="20"/>
  <p:tag name="KSO_WM_TAG_VERSION" val="1.0"/>
  <p:tag name="KSO_WM_SLIDE_LAYOUT" val="a_b"/>
  <p:tag name="KSO_WM_SLIDE_LAYOUT_CNT" val="1_1"/>
  <p:tag name="KSO_WM_CHIP_GROUPID" val="6161643042060bf59843e002"/>
  <p:tag name="KSO_WM_SLIDE_LAYOUT_INFO" val="{&quot;id&quot;:&quot;2022-02-16T10:29:30&quot;,&quot;margin&quot;:{&quot;bottom&quot;:6.6089301109313965,&quot;left&quot;:5.9566531181335449,&quot;right&quot;:5.9566879272460938,&quot;top&quot;:6.6089301109313965},&quot;type&quot;:0}"/>
  <p:tag name="KSO_WM_SLIDE_BK_DARK_LIGHT" val="2"/>
  <p:tag name="KSO_WM_SLIDE_BACKGROUND_TYPE" val="general"/>
  <p:tag name="KSO_WM_SLIDE_SUPPORT_FEATURE_TYPE" val="0"/>
  <p:tag name="KSO_WM_SLIDE_TYPE" val="endPage"/>
  <p:tag name="KSO_WM_CHIP_COLORING" val="1"/>
  <p:tag name="KSO_WM_SLIDE_SUBTYPE" val="pureTxt"/>
  <p:tag name="KSO_WM_TEMPLATE_ASSEMBLE_XID" val="620c6183d5eb2dbc5c6f38b2"/>
  <p:tag name="KSO_WM_TEMPLATE_ASSEMBLE_GROUPID" val="6209c1a9d5eb2dbc5c6dfe83"/>
</p:tagLst>
</file>

<file path=ppt/tags/tag343.xml><?xml version="1.0" encoding="utf-8"?>
<p:tagLst xmlns:p="http://schemas.openxmlformats.org/presentationml/2006/main">
  <p:tag name="COMMONDATA" val="eyJjb3VudCI6MTUsImhkaWQiOiIzODQzMmE0M2M4ZDljMmEwNWY4ZmE4NWIxZjFkNThiYSIsInVzZXJDb3VudCI6OH0="/>
  <p:tag name="KSO_WPP_MARK_KEY" val="5dbab399-9f96-4314-a4af-78f88c936f01"/>
  <p:tag name="commondata" val="eyJjb3VudCI6MTYsImhkaWQiOiIzODQzMmE0M2M4ZDljMmEwNWY4ZmE4NWIxZjFkNThiYSIsInVzZXJDb3VudCI6OX0="/>
</p:tagLst>
</file>

<file path=ppt/theme/theme1.xml><?xml version="1.0" encoding="utf-8"?>
<a:theme xmlns:a="http://schemas.openxmlformats.org/drawingml/2006/main" name="1_Office 主题">
  <a:themeElements>
    <a:clrScheme name="自定义 126">
      <a:dk1>
        <a:srgbClr val="000000"/>
      </a:dk1>
      <a:lt1>
        <a:sysClr val="window" lastClr="FFFFFF"/>
      </a:lt1>
      <a:dk2>
        <a:srgbClr val="181830"/>
      </a:dk2>
      <a:lt2>
        <a:srgbClr val="1878C0"/>
      </a:lt2>
      <a:accent1>
        <a:srgbClr val="1878C0"/>
      </a:accent1>
      <a:accent2>
        <a:srgbClr val="0060A8"/>
      </a:accent2>
      <a:accent3>
        <a:srgbClr val="476CDA"/>
      </a:accent3>
      <a:accent4>
        <a:srgbClr val="1878C0"/>
      </a:accent4>
      <a:accent5>
        <a:srgbClr val="0060A8"/>
      </a:accent5>
      <a:accent6>
        <a:srgbClr val="476CDA"/>
      </a:accent6>
      <a:hlink>
        <a:srgbClr val="1878C0"/>
      </a:hlink>
      <a:folHlink>
        <a:srgbClr val="0060A8"/>
      </a:folHlink>
    </a:clrScheme>
    <a:fontScheme name="自定义 3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20184161">
      <a:dk1>
        <a:sysClr val="windowText" lastClr="000000"/>
      </a:dk1>
      <a:lt1>
        <a:sysClr val="window" lastClr="FFFFFF"/>
      </a:lt1>
      <a:dk2>
        <a:srgbClr val="040509"/>
      </a:dk2>
      <a:lt2>
        <a:srgbClr val="0A1926"/>
      </a:lt2>
      <a:accent1>
        <a:srgbClr val="5B9BD5"/>
      </a:accent1>
      <a:accent2>
        <a:srgbClr val="8889D4"/>
      </a:accent2>
      <a:accent3>
        <a:srgbClr val="B771BD"/>
      </a:accent3>
      <a:accent4>
        <a:srgbClr val="D7588F"/>
      </a:accent4>
      <a:accent5>
        <a:srgbClr val="DC5855"/>
      </a:accent5>
      <a:accent6>
        <a:srgbClr val="C55A11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Adjacency">
      <a:dk1>
        <a:srgbClr val="000000"/>
      </a:dk1>
      <a:lt1>
        <a:srgbClr val="FFFFFF"/>
      </a:lt1>
      <a:dk2>
        <a:srgbClr val="121212"/>
      </a:dk2>
      <a:lt2>
        <a:srgbClr val="1C1C1C"/>
      </a:lt2>
      <a:accent1>
        <a:srgbClr val="5A5AC5"/>
      </a:accent1>
      <a:accent2>
        <a:srgbClr val="9450B0"/>
      </a:accent2>
      <a:accent3>
        <a:srgbClr val="B34B96"/>
      </a:accent3>
      <a:accent4>
        <a:srgbClr val="C44F7D"/>
      </a:accent4>
      <a:accent5>
        <a:srgbClr val="C85B68"/>
      </a:accent5>
      <a:accent6>
        <a:srgbClr val="C46B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1205</Words>
  <Application>WPS 演示</Application>
  <PresentationFormat>宽屏</PresentationFormat>
  <Paragraphs>95</Paragraphs>
  <Slides>13</Slides>
  <Notes>8</Notes>
  <HiddenSlides>1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宋体</vt:lpstr>
      <vt:lpstr>Wingdings</vt:lpstr>
      <vt:lpstr>汉仪雅酷黑 75W</vt:lpstr>
      <vt:lpstr>方正综艺简体</vt:lpstr>
      <vt:lpstr>微软雅黑</vt:lpstr>
      <vt:lpstr>方正黑体简体</vt:lpstr>
      <vt:lpstr>汉仪文黑-55简</vt:lpstr>
      <vt:lpstr>汉仪文黑-85简</vt:lpstr>
      <vt:lpstr>黑体</vt:lpstr>
      <vt:lpstr>Times New Roman</vt:lpstr>
      <vt:lpstr>Calibri</vt:lpstr>
      <vt:lpstr>Arial Unicode MS</vt:lpstr>
      <vt:lpstr>等线</vt:lpstr>
      <vt:lpstr>1_Office 主题</vt:lpstr>
      <vt:lpstr>3_Office 主题​​</vt:lpstr>
      <vt:lpstr>1_Office 主题​​</vt:lpstr>
      <vt:lpstr>软件安装及程序下载</vt:lpstr>
      <vt:lpstr>软件简介</vt:lpstr>
      <vt:lpstr>PowerPoint 演示文稿</vt:lpstr>
      <vt:lpstr>软件安装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感谢大家观看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众灵技术培训</dc:title>
  <dc:creator/>
  <cp:lastModifiedBy>lbzbky</cp:lastModifiedBy>
  <cp:revision>11</cp:revision>
  <dcterms:created xsi:type="dcterms:W3CDTF">2024-02-28T02:09:00Z</dcterms:created>
  <dcterms:modified xsi:type="dcterms:W3CDTF">2024-04-14T09:15:55Z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KSOTemplateUUID">
    <vt:lpwstr>v1.0_mb_sJz9cN3ks86YTNiTd7azYQ==</vt:lpwstr>
  </property>
  <property fmtid="{D5CDD505-2E9C-101B-9397-08002B2CF9AE}" pid="4" name="ICV">
    <vt:lpwstr>652B5EA6BB3748ADB70BAE2944A90BA8_13</vt:lpwstr>
  </property>
</Properties>
</file>