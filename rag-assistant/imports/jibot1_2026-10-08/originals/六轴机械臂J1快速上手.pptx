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990346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57250" y="1620798"/>
            <a:ext cx="5143500" cy="344792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857250" y="5201683"/>
            <a:ext cx="5143500" cy="23910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916" y="2469023"/>
            <a:ext cx="5915025" cy="411962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67916" y="6627618"/>
            <a:ext cx="5915025" cy="216641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71488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471863" y="2636375"/>
            <a:ext cx="2914650" cy="628374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527275"/>
            <a:ext cx="5915025" cy="191423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2381" y="2427758"/>
            <a:ext cx="2901255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2381" y="3617565"/>
            <a:ext cx="2901255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3471863" y="2427758"/>
            <a:ext cx="2915543" cy="118980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3471863" y="3617565"/>
            <a:ext cx="2915543" cy="532089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72381" y="660240"/>
            <a:ext cx="2211883" cy="231084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915543" y="1425935"/>
            <a:ext cx="3471863" cy="703797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72381" y="2971080"/>
            <a:ext cx="2211883" cy="550429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4907756" y="527275"/>
            <a:ext cx="1478756" cy="839284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71488" y="527275"/>
            <a:ext cx="4350544" cy="8392843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275"/>
            <a:ext cx="5915025" cy="19142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375"/>
            <a:ext cx="5915025" cy="62837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79170"/>
            <a:ext cx="2314575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79170"/>
            <a:ext cx="1543050" cy="527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741170" y="318135"/>
            <a:ext cx="3376295" cy="4603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</a:bodyPr>
          <a:p>
            <a:pPr algn="ctr"/>
            <a:r>
              <a:rPr lang="zh-CN" altLang="en-US" sz="2400">
                <a:solidFill>
                  <a:schemeClr val="tx1"/>
                </a:solidFill>
                <a:effectLst/>
              </a:rPr>
              <a:t>六轴机械臂</a:t>
            </a:r>
            <a:r>
              <a:rPr lang="en-US" altLang="zh-CN" sz="2400">
                <a:solidFill>
                  <a:schemeClr val="tx1"/>
                </a:solidFill>
                <a:effectLst/>
              </a:rPr>
              <a:t>J1</a:t>
            </a:r>
            <a:endParaRPr lang="zh-CN" altLang="en-US" sz="2400">
              <a:solidFill>
                <a:schemeClr val="tx1"/>
              </a:solidFill>
              <a:effectLst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86000" y="861060"/>
            <a:ext cx="2286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400"/>
              <a:t>快速上手指南</a:t>
            </a:r>
            <a:endParaRPr lang="zh-CN" altLang="en-US" sz="1400"/>
          </a:p>
        </p:txBody>
      </p:sp>
      <p:sp>
        <p:nvSpPr>
          <p:cNvPr id="6" name="文本框 5"/>
          <p:cNvSpPr txBox="1"/>
          <p:nvPr/>
        </p:nvSpPr>
        <p:spPr>
          <a:xfrm>
            <a:off x="542925" y="1339215"/>
            <a:ext cx="32626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第一步：上电</a:t>
            </a:r>
            <a:endParaRPr lang="zh-CN" altLang="en-US" b="1"/>
          </a:p>
        </p:txBody>
      </p:sp>
      <p:sp>
        <p:nvSpPr>
          <p:cNvPr id="19" name="文本框 18"/>
          <p:cNvSpPr txBox="1"/>
          <p:nvPr/>
        </p:nvSpPr>
        <p:spPr>
          <a:xfrm>
            <a:off x="542925" y="1707515"/>
            <a:ext cx="2976880" cy="1252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1000"/>
              <a:t>1. </a:t>
            </a:r>
            <a:r>
              <a:rPr lang="zh-CN" altLang="en-US" sz="1000"/>
              <a:t>将电源适配器插到电源插座</a:t>
            </a:r>
            <a:r>
              <a:rPr lang="zh-CN" altLang="en-US" sz="1000"/>
              <a:t>上。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2. </a:t>
            </a:r>
            <a:r>
              <a:rPr lang="zh-CN" altLang="en-US" sz="1000"/>
              <a:t>电源适配器连接机械臂控制板上</a:t>
            </a:r>
            <a:r>
              <a:rPr lang="zh-CN" altLang="en-US" sz="1000"/>
              <a:t>的适配器对接线。</a:t>
            </a:r>
            <a:r>
              <a:rPr lang="en-US" altLang="zh-CN" sz="1000"/>
              <a:t>  </a:t>
            </a:r>
            <a:endParaRPr lang="en-US" altLang="zh-CN" sz="1000"/>
          </a:p>
          <a:p>
            <a:pPr>
              <a:lnSpc>
                <a:spcPct val="150000"/>
              </a:lnSpc>
            </a:pPr>
            <a:r>
              <a:rPr lang="en-US" altLang="zh-CN" sz="1000"/>
              <a:t>3. </a:t>
            </a:r>
            <a:r>
              <a:rPr lang="zh-CN" altLang="en-US" sz="1000"/>
              <a:t>先将机械臂扶至大概直立的状态，</a:t>
            </a:r>
            <a:r>
              <a:rPr lang="zh-CN" altLang="en-US" sz="1000"/>
              <a:t>然后打开控制板电源</a:t>
            </a:r>
            <a:r>
              <a:rPr lang="zh-CN" altLang="en-US" sz="1000"/>
              <a:t>开关。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    </a:t>
            </a:r>
            <a:r>
              <a:rPr lang="zh-CN" altLang="en-US" sz="1000"/>
              <a:t>听到嘀嘀嘀响三声代表开机</a:t>
            </a:r>
            <a:r>
              <a:rPr lang="zh-CN" altLang="en-US" sz="1000"/>
              <a:t>成功。</a:t>
            </a:r>
            <a:endParaRPr lang="zh-CN" altLang="en-US" sz="1000"/>
          </a:p>
        </p:txBody>
      </p:sp>
      <p:sp>
        <p:nvSpPr>
          <p:cNvPr id="2" name="文本框 1"/>
          <p:cNvSpPr txBox="1"/>
          <p:nvPr/>
        </p:nvSpPr>
        <p:spPr>
          <a:xfrm>
            <a:off x="543560" y="3050540"/>
            <a:ext cx="28873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第二步：功能</a:t>
            </a:r>
            <a:r>
              <a:rPr lang="zh-CN" altLang="en-US" b="1"/>
              <a:t>测试</a:t>
            </a:r>
            <a:endParaRPr lang="zh-CN" altLang="en-US" b="1"/>
          </a:p>
        </p:txBody>
      </p:sp>
      <p:sp>
        <p:nvSpPr>
          <p:cNvPr id="3" name="文本框 2"/>
          <p:cNvSpPr txBox="1"/>
          <p:nvPr/>
        </p:nvSpPr>
        <p:spPr>
          <a:xfrm>
            <a:off x="542925" y="3365500"/>
            <a:ext cx="5732780" cy="2580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sz="1000"/>
              <a:t>使用</a:t>
            </a:r>
            <a:r>
              <a:rPr lang="en-US" altLang="zh-CN" sz="1000"/>
              <a:t>PS2</a:t>
            </a:r>
            <a:r>
              <a:rPr lang="zh-CN" altLang="en-US" sz="1000"/>
              <a:t>手柄</a:t>
            </a:r>
            <a:r>
              <a:rPr lang="zh-CN" sz="1000"/>
              <a:t>进行</a:t>
            </a:r>
            <a:r>
              <a:rPr lang="zh-CN" sz="1000"/>
              <a:t>机械臂的功能测试：</a:t>
            </a:r>
            <a:endParaRPr lang="zh-CN" sz="1000"/>
          </a:p>
          <a:p>
            <a:pPr>
              <a:lnSpc>
                <a:spcPct val="150000"/>
              </a:lnSpc>
            </a:pPr>
            <a:r>
              <a:rPr lang="en-US" altLang="zh-CN" sz="1000"/>
              <a:t>1. </a:t>
            </a:r>
            <a:r>
              <a:rPr lang="zh-CN" altLang="en-US" sz="1000"/>
              <a:t>将</a:t>
            </a:r>
            <a:r>
              <a:rPr lang="en-US" altLang="zh-CN" sz="1000"/>
              <a:t>2</a:t>
            </a:r>
            <a:r>
              <a:rPr lang="zh-CN" altLang="en-US" sz="1000"/>
              <a:t>节</a:t>
            </a:r>
            <a:r>
              <a:rPr lang="en-US" altLang="zh-CN" sz="1000"/>
              <a:t>7</a:t>
            </a:r>
            <a:r>
              <a:rPr lang="zh-CN" altLang="en-US" sz="1000"/>
              <a:t>号电池装到手柄</a:t>
            </a:r>
            <a:r>
              <a:rPr lang="zh-CN" altLang="en-US" sz="1000"/>
              <a:t>中；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2. </a:t>
            </a:r>
            <a:r>
              <a:rPr lang="zh-CN" altLang="en-US" sz="1000"/>
              <a:t>打开手柄开关（将开关拨到</a:t>
            </a:r>
            <a:r>
              <a:rPr lang="en-US" altLang="zh-CN" sz="1000"/>
              <a:t>ON</a:t>
            </a:r>
            <a:r>
              <a:rPr lang="zh-CN" altLang="en-US" sz="1000"/>
              <a:t>那一侧即为打开手柄开关）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zh-CN" altLang="en-US" sz="1000"/>
              <a:t> </a:t>
            </a:r>
            <a:r>
              <a:rPr lang="en-US" altLang="zh-CN" sz="1000"/>
              <a:t>   </a:t>
            </a:r>
            <a:r>
              <a:rPr lang="zh-CN" altLang="en-US" sz="1000"/>
              <a:t>手柄和接收器上</a:t>
            </a:r>
            <a:r>
              <a:rPr lang="zh-CN" altLang="en-US" sz="1000"/>
              <a:t>的指示灯闪烁代表在等待配对</a:t>
            </a:r>
            <a:r>
              <a:rPr lang="zh-CN" altLang="en-US" sz="1000"/>
              <a:t>中；配对成功后</a:t>
            </a:r>
            <a:r>
              <a:rPr lang="zh-CN" altLang="en-US" sz="1000"/>
              <a:t>指示灯长亮。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3. </a:t>
            </a:r>
            <a:r>
              <a:rPr lang="zh-CN" altLang="en-US" sz="1000">
                <a:sym typeface="+mn-ea"/>
              </a:rPr>
              <a:t>切换至红灯模式</a:t>
            </a:r>
            <a:r>
              <a:rPr lang="zh-CN" altLang="en-US" sz="1000"/>
              <a:t>（红绿灯都亮即为红灯模式），</a:t>
            </a:r>
            <a:r>
              <a:rPr lang="en-US" altLang="zh-CN" sz="1000"/>
              <a:t>MODE</a:t>
            </a:r>
            <a:r>
              <a:rPr lang="zh-CN" altLang="en-US" sz="1000"/>
              <a:t>按键可切换</a:t>
            </a:r>
            <a:r>
              <a:rPr lang="zh-CN" altLang="en-US" sz="1000"/>
              <a:t>红绿灯模式。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4. </a:t>
            </a:r>
            <a:r>
              <a:rPr lang="zh-CN" altLang="en-US" sz="1000"/>
              <a:t>然后就可以用手柄控制机械臂</a:t>
            </a:r>
            <a:r>
              <a:rPr lang="zh-CN" altLang="en-US" sz="1000"/>
              <a:t>了。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en-US" altLang="zh-CN" sz="1000"/>
              <a:t>5. </a:t>
            </a:r>
            <a:r>
              <a:rPr lang="zh-CN" altLang="en-US" sz="1000"/>
              <a:t>手柄控制机械臂共有两种模式：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zh-CN" altLang="en-US" sz="1000"/>
              <a:t> </a:t>
            </a:r>
            <a:r>
              <a:rPr lang="en-US" altLang="zh-CN" sz="1000"/>
              <a:t>            </a:t>
            </a:r>
            <a:r>
              <a:rPr lang="zh-CN" altLang="en-US" sz="1000"/>
              <a:t>手动操作模式和自动夹取</a:t>
            </a:r>
            <a:r>
              <a:rPr lang="zh-CN" altLang="en-US" sz="1000"/>
              <a:t>模式，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zh-CN" altLang="en-US" sz="1000"/>
              <a:t> </a:t>
            </a:r>
            <a:r>
              <a:rPr lang="en-US" altLang="zh-CN" sz="1000"/>
              <a:t>            </a:t>
            </a:r>
            <a:r>
              <a:rPr lang="zh-CN" altLang="en-US" sz="1000"/>
              <a:t>可通过按键</a:t>
            </a:r>
            <a:r>
              <a:rPr lang="en-US" altLang="zh-CN" sz="1000"/>
              <a:t>SELECT</a:t>
            </a:r>
            <a:r>
              <a:rPr lang="zh-CN" altLang="en-US" sz="1000"/>
              <a:t>切换</a:t>
            </a:r>
            <a:r>
              <a:rPr lang="zh-CN" altLang="en-US" sz="1000"/>
              <a:t>模式。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zh-CN" altLang="en-US" sz="1000"/>
              <a:t> </a:t>
            </a:r>
            <a:r>
              <a:rPr lang="en-US" altLang="zh-CN" sz="1000"/>
              <a:t>   </a:t>
            </a:r>
            <a:r>
              <a:rPr lang="zh-CN" altLang="en-US" sz="1000"/>
              <a:t>按对应按键即可控制</a:t>
            </a:r>
            <a:r>
              <a:rPr lang="zh-CN" altLang="en-US" sz="1000"/>
              <a:t>机械臂，手柄按键对应功能如下</a:t>
            </a:r>
            <a:r>
              <a:rPr lang="zh-CN" altLang="en-US" sz="1000"/>
              <a:t>所示：</a:t>
            </a:r>
            <a:endParaRPr lang="zh-CN" altLang="en-US" sz="1000"/>
          </a:p>
          <a:p>
            <a:pPr>
              <a:lnSpc>
                <a:spcPct val="150000"/>
              </a:lnSpc>
            </a:pPr>
            <a:r>
              <a:rPr lang="zh-CN" altLang="en-US" sz="1000"/>
              <a:t> </a:t>
            </a:r>
            <a:r>
              <a:rPr lang="en-US" altLang="zh-CN" sz="1000"/>
              <a:t>   </a:t>
            </a:r>
            <a:r>
              <a:rPr lang="zh-CN" altLang="en-US" sz="1000"/>
              <a:t>手动操作模式下，按键按下时机械臂对应</a:t>
            </a:r>
            <a:r>
              <a:rPr lang="zh-CN" altLang="en-US" sz="1000"/>
              <a:t>关节动，松开时</a:t>
            </a:r>
            <a:r>
              <a:rPr lang="zh-CN" altLang="en-US" sz="1000"/>
              <a:t>停止。</a:t>
            </a:r>
            <a:endParaRPr lang="zh-CN" altLang="en-US" sz="1000"/>
          </a:p>
        </p:txBody>
      </p:sp>
      <p:sp>
        <p:nvSpPr>
          <p:cNvPr id="12" name="文本框 11"/>
          <p:cNvSpPr txBox="1"/>
          <p:nvPr/>
        </p:nvSpPr>
        <p:spPr>
          <a:xfrm>
            <a:off x="543560" y="8456295"/>
            <a:ext cx="28879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注意事项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543560" y="8764270"/>
            <a:ext cx="5670550" cy="8509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40000"/>
              </a:lnSpc>
            </a:pPr>
            <a:r>
              <a:rPr lang="en-US" altLang="zh-CN" sz="1200"/>
              <a:t>1</a:t>
            </a:r>
            <a:r>
              <a:rPr lang="zh-CN" altLang="en-US" sz="1200"/>
              <a:t>、产品拿到手先试一下上述功能，保证硬件到手是完好的再继续使用，如有问题，请立即联系客服</a:t>
            </a:r>
            <a:r>
              <a:rPr lang="zh-CN" altLang="en-US" sz="1200"/>
              <a:t>处理</a:t>
            </a:r>
            <a:r>
              <a:rPr lang="zh-CN" altLang="en-US" sz="1200">
                <a:sym typeface="+mn-ea"/>
              </a:rPr>
              <a:t>。</a:t>
            </a:r>
            <a:endParaRPr lang="zh-CN" altLang="en-US" sz="1200">
              <a:sym typeface="+mn-ea"/>
            </a:endParaRPr>
          </a:p>
          <a:p>
            <a:pPr>
              <a:lnSpc>
                <a:spcPct val="140000"/>
              </a:lnSpc>
            </a:pPr>
            <a:r>
              <a:rPr lang="en-US" altLang="zh-CN" sz="1200"/>
              <a:t>2</a:t>
            </a:r>
            <a:r>
              <a:rPr lang="zh-CN" altLang="en-US" sz="1200"/>
              <a:t>、手柄开机状态下若长时间未操作会自动休眠，可以通过</a:t>
            </a:r>
            <a:r>
              <a:rPr lang="en-US" altLang="zh-CN" sz="1200"/>
              <a:t>START</a:t>
            </a:r>
            <a:r>
              <a:rPr lang="zh-CN" altLang="en-US" sz="1200"/>
              <a:t>键或</a:t>
            </a:r>
            <a:r>
              <a:rPr lang="en-US" altLang="zh-CN" sz="1200"/>
              <a:t>MODE</a:t>
            </a:r>
            <a:r>
              <a:rPr lang="zh-CN" altLang="en-US" sz="1200"/>
              <a:t>键</a:t>
            </a:r>
            <a:r>
              <a:rPr lang="zh-CN" altLang="en-US" sz="1200"/>
              <a:t>激活。</a:t>
            </a:r>
            <a:endParaRPr lang="zh-CN" altLang="en-US" sz="1200"/>
          </a:p>
        </p:txBody>
      </p:sp>
      <p:pic>
        <p:nvPicPr>
          <p:cNvPr id="10" name="图片 7" descr="赛曼特手柄图片介绍"/>
          <p:cNvPicPr>
            <a:picLocks noChangeAspect="1"/>
          </p:cNvPicPr>
          <p:nvPr/>
        </p:nvPicPr>
        <p:blipFill>
          <a:blip r:embed="rId1"/>
          <a:srcRect l="9896" r="19118" b="2877"/>
          <a:stretch>
            <a:fillRect/>
          </a:stretch>
        </p:blipFill>
        <p:spPr>
          <a:xfrm>
            <a:off x="607695" y="5992495"/>
            <a:ext cx="2539365" cy="227838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6915" y="5945505"/>
            <a:ext cx="2734945" cy="124015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6915" y="7262495"/>
            <a:ext cx="2734945" cy="1008380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/>
          <a:srcRect t="9758"/>
          <a:stretch>
            <a:fillRect/>
          </a:stretch>
        </p:blipFill>
        <p:spPr>
          <a:xfrm>
            <a:off x="3651250" y="1421130"/>
            <a:ext cx="1842770" cy="1585595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4155" y="119380"/>
            <a:ext cx="971550" cy="12611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504</Words>
  <Application>WPS 演示</Application>
  <PresentationFormat>宽屏</PresentationFormat>
  <Paragraphs>30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JiangLiu</dc:creator>
  <cp:lastModifiedBy>自强</cp:lastModifiedBy>
  <cp:revision>46</cp:revision>
  <dcterms:created xsi:type="dcterms:W3CDTF">2023-08-09T12:44:00Z</dcterms:created>
  <dcterms:modified xsi:type="dcterms:W3CDTF">2025-03-05T08:29:53Z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2052-12.1.0.20305</vt:lpwstr>
  </property>
</Properties>
</file>